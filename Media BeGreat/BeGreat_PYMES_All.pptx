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3" r:id="rId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6"/>
  </p:normalViewPr>
  <p:slideViewPr>
    <p:cSldViewPr>
      <p:cViewPr varScale="1">
        <p:scale>
          <a:sx n="70" d="100"/>
          <a:sy n="70" d="100"/>
        </p:scale>
        <p:origin x="472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3D5DD-7241-EA46-96F7-61848699A664}" type="datetimeFigureOut">
              <a:rPr lang="en-ES" smtClean="0"/>
              <a:t>12/11/25</a:t>
            </a:fld>
            <a:endParaRPr lang="en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CE091-5978-8640-8040-8DB4ABE9CB50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662526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5655E-8929-B245-9103-48CAD5A739C8}" type="slidenum">
              <a:rPr lang="en-ES" smtClean="0"/>
              <a:t>4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470235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rgbClr val="2D1A46"/>
                </a:solidFill>
                <a:latin typeface="Mongolian Baiti"/>
                <a:cs typeface="Mongolian Bait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rgbClr val="2D1A46"/>
                </a:solidFill>
                <a:latin typeface="Mongolian Baiti"/>
                <a:cs typeface="Mongolian Bait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818"/>
            <a:ext cx="20095953" cy="113027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289502" y="10862964"/>
            <a:ext cx="320675" cy="190500"/>
          </a:xfrm>
          <a:custGeom>
            <a:avLst/>
            <a:gdLst/>
            <a:ahLst/>
            <a:cxnLst/>
            <a:rect l="l" t="t" r="r" b="b"/>
            <a:pathLst>
              <a:path w="320675" h="190500">
                <a:moveTo>
                  <a:pt x="202971" y="190017"/>
                </a:moveTo>
                <a:lnTo>
                  <a:pt x="187502" y="152755"/>
                </a:lnTo>
                <a:lnTo>
                  <a:pt x="172250" y="116014"/>
                </a:lnTo>
                <a:lnTo>
                  <a:pt x="145186" y="50863"/>
                </a:lnTo>
                <a:lnTo>
                  <a:pt x="124675" y="1473"/>
                </a:lnTo>
                <a:lnTo>
                  <a:pt x="124675" y="116014"/>
                </a:lnTo>
                <a:lnTo>
                  <a:pt x="76949" y="116014"/>
                </a:lnTo>
                <a:lnTo>
                  <a:pt x="101079" y="50863"/>
                </a:lnTo>
                <a:lnTo>
                  <a:pt x="124675" y="116014"/>
                </a:lnTo>
                <a:lnTo>
                  <a:pt x="124675" y="1473"/>
                </a:lnTo>
                <a:lnTo>
                  <a:pt x="124142" y="177"/>
                </a:lnTo>
                <a:lnTo>
                  <a:pt x="79629" y="177"/>
                </a:lnTo>
                <a:lnTo>
                  <a:pt x="0" y="190017"/>
                </a:lnTo>
                <a:lnTo>
                  <a:pt x="49872" y="190017"/>
                </a:lnTo>
                <a:lnTo>
                  <a:pt x="63817" y="152755"/>
                </a:lnTo>
                <a:lnTo>
                  <a:pt x="137287" y="152755"/>
                </a:lnTo>
                <a:lnTo>
                  <a:pt x="152019" y="190017"/>
                </a:lnTo>
                <a:lnTo>
                  <a:pt x="202971" y="190017"/>
                </a:lnTo>
                <a:close/>
              </a:path>
              <a:path w="320675" h="190500">
                <a:moveTo>
                  <a:pt x="320116" y="0"/>
                </a:moveTo>
                <a:lnTo>
                  <a:pt x="167017" y="0"/>
                </a:lnTo>
                <a:lnTo>
                  <a:pt x="167017" y="39370"/>
                </a:lnTo>
                <a:lnTo>
                  <a:pt x="220649" y="39370"/>
                </a:lnTo>
                <a:lnTo>
                  <a:pt x="220649" y="190500"/>
                </a:lnTo>
                <a:lnTo>
                  <a:pt x="266496" y="190500"/>
                </a:lnTo>
                <a:lnTo>
                  <a:pt x="266496" y="39370"/>
                </a:lnTo>
                <a:lnTo>
                  <a:pt x="320116" y="39370"/>
                </a:lnTo>
                <a:lnTo>
                  <a:pt x="320116" y="0"/>
                </a:lnTo>
                <a:close/>
              </a:path>
            </a:pathLst>
          </a:custGeom>
          <a:solidFill>
            <a:srgbClr val="2D1A46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494469" y="10858048"/>
            <a:ext cx="788035" cy="200025"/>
          </a:xfrm>
          <a:custGeom>
            <a:avLst/>
            <a:gdLst/>
            <a:ahLst/>
            <a:cxnLst/>
            <a:rect l="l" t="t" r="r" b="b"/>
            <a:pathLst>
              <a:path w="788034" h="200025">
                <a:moveTo>
                  <a:pt x="148005" y="133438"/>
                </a:moveTo>
                <a:lnTo>
                  <a:pt x="146964" y="127812"/>
                </a:lnTo>
                <a:lnTo>
                  <a:pt x="142862" y="117805"/>
                </a:lnTo>
                <a:lnTo>
                  <a:pt x="140766" y="114490"/>
                </a:lnTo>
                <a:lnTo>
                  <a:pt x="140093" y="113423"/>
                </a:lnTo>
                <a:lnTo>
                  <a:pt x="109131" y="95453"/>
                </a:lnTo>
                <a:lnTo>
                  <a:pt x="109131" y="94919"/>
                </a:lnTo>
                <a:lnTo>
                  <a:pt x="138087" y="68351"/>
                </a:lnTo>
                <a:lnTo>
                  <a:pt x="140220" y="53898"/>
                </a:lnTo>
                <a:lnTo>
                  <a:pt x="140220" y="44246"/>
                </a:lnTo>
                <a:lnTo>
                  <a:pt x="112776" y="11480"/>
                </a:lnTo>
                <a:lnTo>
                  <a:pt x="102158" y="8178"/>
                </a:lnTo>
                <a:lnTo>
                  <a:pt x="102158" y="127546"/>
                </a:lnTo>
                <a:lnTo>
                  <a:pt x="102158" y="140055"/>
                </a:lnTo>
                <a:lnTo>
                  <a:pt x="73545" y="157937"/>
                </a:lnTo>
                <a:lnTo>
                  <a:pt x="44234" y="157937"/>
                </a:lnTo>
                <a:lnTo>
                  <a:pt x="44234" y="114490"/>
                </a:lnTo>
                <a:lnTo>
                  <a:pt x="79540" y="114490"/>
                </a:lnTo>
                <a:lnTo>
                  <a:pt x="87401" y="116014"/>
                </a:lnTo>
                <a:lnTo>
                  <a:pt x="99199" y="122085"/>
                </a:lnTo>
                <a:lnTo>
                  <a:pt x="102158" y="127546"/>
                </a:lnTo>
                <a:lnTo>
                  <a:pt x="102158" y="8178"/>
                </a:lnTo>
                <a:lnTo>
                  <a:pt x="95986" y="6959"/>
                </a:lnTo>
                <a:lnTo>
                  <a:pt x="95986" y="53619"/>
                </a:lnTo>
                <a:lnTo>
                  <a:pt x="95986" y="66852"/>
                </a:lnTo>
                <a:lnTo>
                  <a:pt x="93624" y="71996"/>
                </a:lnTo>
                <a:lnTo>
                  <a:pt x="84137" y="78968"/>
                </a:lnTo>
                <a:lnTo>
                  <a:pt x="77482" y="80708"/>
                </a:lnTo>
                <a:lnTo>
                  <a:pt x="44234" y="80708"/>
                </a:lnTo>
                <a:lnTo>
                  <a:pt x="44234" y="41554"/>
                </a:lnTo>
                <a:lnTo>
                  <a:pt x="76415" y="41554"/>
                </a:lnTo>
                <a:lnTo>
                  <a:pt x="83693" y="43040"/>
                </a:lnTo>
                <a:lnTo>
                  <a:pt x="93522" y="48945"/>
                </a:lnTo>
                <a:lnTo>
                  <a:pt x="95986" y="53619"/>
                </a:lnTo>
                <a:lnTo>
                  <a:pt x="95986" y="6959"/>
                </a:lnTo>
                <a:lnTo>
                  <a:pt x="90449" y="5854"/>
                </a:lnTo>
                <a:lnTo>
                  <a:pt x="82943" y="5105"/>
                </a:lnTo>
                <a:lnTo>
                  <a:pt x="0" y="5105"/>
                </a:lnTo>
                <a:lnTo>
                  <a:pt x="0" y="194932"/>
                </a:lnTo>
                <a:lnTo>
                  <a:pt x="75603" y="194932"/>
                </a:lnTo>
                <a:lnTo>
                  <a:pt x="118681" y="187159"/>
                </a:lnTo>
                <a:lnTo>
                  <a:pt x="145249" y="157937"/>
                </a:lnTo>
                <a:lnTo>
                  <a:pt x="147980" y="140055"/>
                </a:lnTo>
                <a:lnTo>
                  <a:pt x="148005" y="133438"/>
                </a:lnTo>
                <a:close/>
              </a:path>
              <a:path w="788034" h="200025">
                <a:moveTo>
                  <a:pt x="292188" y="155562"/>
                </a:moveTo>
                <a:lnTo>
                  <a:pt x="203974" y="155562"/>
                </a:lnTo>
                <a:lnTo>
                  <a:pt x="203974" y="116192"/>
                </a:lnTo>
                <a:lnTo>
                  <a:pt x="282816" y="116192"/>
                </a:lnTo>
                <a:lnTo>
                  <a:pt x="282816" y="79362"/>
                </a:lnTo>
                <a:lnTo>
                  <a:pt x="203974" y="79362"/>
                </a:lnTo>
                <a:lnTo>
                  <a:pt x="203974" y="43802"/>
                </a:lnTo>
                <a:lnTo>
                  <a:pt x="287362" y="43802"/>
                </a:lnTo>
                <a:lnTo>
                  <a:pt x="287362" y="5702"/>
                </a:lnTo>
                <a:lnTo>
                  <a:pt x="159740" y="5702"/>
                </a:lnTo>
                <a:lnTo>
                  <a:pt x="159740" y="43802"/>
                </a:lnTo>
                <a:lnTo>
                  <a:pt x="159740" y="79362"/>
                </a:lnTo>
                <a:lnTo>
                  <a:pt x="159740" y="116192"/>
                </a:lnTo>
                <a:lnTo>
                  <a:pt x="159740" y="155562"/>
                </a:lnTo>
                <a:lnTo>
                  <a:pt x="159740" y="194932"/>
                </a:lnTo>
                <a:lnTo>
                  <a:pt x="292188" y="194932"/>
                </a:lnTo>
                <a:lnTo>
                  <a:pt x="292188" y="155562"/>
                </a:lnTo>
                <a:close/>
              </a:path>
              <a:path w="788034" h="200025">
                <a:moveTo>
                  <a:pt x="475805" y="82854"/>
                </a:moveTo>
                <a:lnTo>
                  <a:pt x="397510" y="82854"/>
                </a:lnTo>
                <a:lnTo>
                  <a:pt x="397510" y="119849"/>
                </a:lnTo>
                <a:lnTo>
                  <a:pt x="433705" y="119849"/>
                </a:lnTo>
                <a:lnTo>
                  <a:pt x="433705" y="154432"/>
                </a:lnTo>
                <a:lnTo>
                  <a:pt x="429590" y="156235"/>
                </a:lnTo>
                <a:lnTo>
                  <a:pt x="425132" y="157530"/>
                </a:lnTo>
                <a:lnTo>
                  <a:pt x="415480" y="159131"/>
                </a:lnTo>
                <a:lnTo>
                  <a:pt x="410375" y="159537"/>
                </a:lnTo>
                <a:lnTo>
                  <a:pt x="395719" y="159537"/>
                </a:lnTo>
                <a:lnTo>
                  <a:pt x="357060" y="137515"/>
                </a:lnTo>
                <a:lnTo>
                  <a:pt x="347103" y="108496"/>
                </a:lnTo>
                <a:lnTo>
                  <a:pt x="347103" y="91160"/>
                </a:lnTo>
                <a:lnTo>
                  <a:pt x="367919" y="51968"/>
                </a:lnTo>
                <a:lnTo>
                  <a:pt x="394830" y="40487"/>
                </a:lnTo>
                <a:lnTo>
                  <a:pt x="402869" y="40487"/>
                </a:lnTo>
                <a:lnTo>
                  <a:pt x="441032" y="53009"/>
                </a:lnTo>
                <a:lnTo>
                  <a:pt x="445503" y="58191"/>
                </a:lnTo>
                <a:lnTo>
                  <a:pt x="474459" y="25209"/>
                </a:lnTo>
                <a:lnTo>
                  <a:pt x="433235" y="3848"/>
                </a:lnTo>
                <a:lnTo>
                  <a:pt x="401269" y="0"/>
                </a:lnTo>
                <a:lnTo>
                  <a:pt x="390588" y="431"/>
                </a:lnTo>
                <a:lnTo>
                  <a:pt x="351688" y="10833"/>
                </a:lnTo>
                <a:lnTo>
                  <a:pt x="315633" y="41325"/>
                </a:lnTo>
                <a:lnTo>
                  <a:pt x="300278" y="78028"/>
                </a:lnTo>
                <a:lnTo>
                  <a:pt x="298297" y="99745"/>
                </a:lnTo>
                <a:lnTo>
                  <a:pt x="298780" y="110744"/>
                </a:lnTo>
                <a:lnTo>
                  <a:pt x="310337" y="149491"/>
                </a:lnTo>
                <a:lnTo>
                  <a:pt x="342811" y="183807"/>
                </a:lnTo>
                <a:lnTo>
                  <a:pt x="380707" y="197942"/>
                </a:lnTo>
                <a:lnTo>
                  <a:pt x="402602" y="199758"/>
                </a:lnTo>
                <a:lnTo>
                  <a:pt x="413385" y="199466"/>
                </a:lnTo>
                <a:lnTo>
                  <a:pt x="452247" y="192747"/>
                </a:lnTo>
                <a:lnTo>
                  <a:pt x="475805" y="183400"/>
                </a:lnTo>
                <a:lnTo>
                  <a:pt x="475805" y="82854"/>
                </a:lnTo>
                <a:close/>
              </a:path>
              <a:path w="788034" h="200025">
                <a:moveTo>
                  <a:pt x="643928" y="194932"/>
                </a:moveTo>
                <a:lnTo>
                  <a:pt x="597916" y="119583"/>
                </a:lnTo>
                <a:lnTo>
                  <a:pt x="594309" y="113677"/>
                </a:lnTo>
                <a:lnTo>
                  <a:pt x="603059" y="110401"/>
                </a:lnTo>
                <a:lnTo>
                  <a:pt x="631037" y="80441"/>
                </a:lnTo>
                <a:lnTo>
                  <a:pt x="631126" y="80238"/>
                </a:lnTo>
                <a:lnTo>
                  <a:pt x="633018" y="72034"/>
                </a:lnTo>
                <a:lnTo>
                  <a:pt x="633082" y="71742"/>
                </a:lnTo>
                <a:lnTo>
                  <a:pt x="633679" y="63271"/>
                </a:lnTo>
                <a:lnTo>
                  <a:pt x="633742" y="62484"/>
                </a:lnTo>
                <a:lnTo>
                  <a:pt x="633374" y="55194"/>
                </a:lnTo>
                <a:lnTo>
                  <a:pt x="633349" y="54635"/>
                </a:lnTo>
                <a:lnTo>
                  <a:pt x="632193" y="47510"/>
                </a:lnTo>
                <a:lnTo>
                  <a:pt x="630682" y="42367"/>
                </a:lnTo>
                <a:lnTo>
                  <a:pt x="630593" y="42087"/>
                </a:lnTo>
                <a:lnTo>
                  <a:pt x="630262" y="40957"/>
                </a:lnTo>
                <a:lnTo>
                  <a:pt x="604189" y="12966"/>
                </a:lnTo>
                <a:lnTo>
                  <a:pt x="588416" y="8064"/>
                </a:lnTo>
                <a:lnTo>
                  <a:pt x="588416" y="58801"/>
                </a:lnTo>
                <a:lnTo>
                  <a:pt x="588416" y="68097"/>
                </a:lnTo>
                <a:lnTo>
                  <a:pt x="587463" y="71742"/>
                </a:lnTo>
                <a:lnTo>
                  <a:pt x="587387" y="72034"/>
                </a:lnTo>
                <a:lnTo>
                  <a:pt x="583260" y="78117"/>
                </a:lnTo>
                <a:lnTo>
                  <a:pt x="558774" y="86334"/>
                </a:lnTo>
                <a:lnTo>
                  <a:pt x="533184" y="86334"/>
                </a:lnTo>
                <a:lnTo>
                  <a:pt x="533184" y="42087"/>
                </a:lnTo>
                <a:lnTo>
                  <a:pt x="561111" y="42087"/>
                </a:lnTo>
                <a:lnTo>
                  <a:pt x="588416" y="58801"/>
                </a:lnTo>
                <a:lnTo>
                  <a:pt x="588416" y="8064"/>
                </a:lnTo>
                <a:lnTo>
                  <a:pt x="561073" y="5092"/>
                </a:lnTo>
                <a:lnTo>
                  <a:pt x="488670" y="5092"/>
                </a:lnTo>
                <a:lnTo>
                  <a:pt x="488670" y="194932"/>
                </a:lnTo>
                <a:lnTo>
                  <a:pt x="533450" y="194932"/>
                </a:lnTo>
                <a:lnTo>
                  <a:pt x="533450" y="119583"/>
                </a:lnTo>
                <a:lnTo>
                  <a:pt x="549084" y="119583"/>
                </a:lnTo>
                <a:lnTo>
                  <a:pt x="590296" y="194932"/>
                </a:lnTo>
                <a:lnTo>
                  <a:pt x="643928" y="194932"/>
                </a:lnTo>
                <a:close/>
              </a:path>
              <a:path w="788034" h="200025">
                <a:moveTo>
                  <a:pt x="787679" y="155562"/>
                </a:moveTo>
                <a:lnTo>
                  <a:pt x="699452" y="155562"/>
                </a:lnTo>
                <a:lnTo>
                  <a:pt x="699452" y="116192"/>
                </a:lnTo>
                <a:lnTo>
                  <a:pt x="778294" y="116192"/>
                </a:lnTo>
                <a:lnTo>
                  <a:pt x="778294" y="79362"/>
                </a:lnTo>
                <a:lnTo>
                  <a:pt x="699452" y="79362"/>
                </a:lnTo>
                <a:lnTo>
                  <a:pt x="699452" y="43802"/>
                </a:lnTo>
                <a:lnTo>
                  <a:pt x="782853" y="43802"/>
                </a:lnTo>
                <a:lnTo>
                  <a:pt x="782853" y="5702"/>
                </a:lnTo>
                <a:lnTo>
                  <a:pt x="655218" y="5702"/>
                </a:lnTo>
                <a:lnTo>
                  <a:pt x="655218" y="43802"/>
                </a:lnTo>
                <a:lnTo>
                  <a:pt x="655218" y="79362"/>
                </a:lnTo>
                <a:lnTo>
                  <a:pt x="655218" y="116192"/>
                </a:lnTo>
                <a:lnTo>
                  <a:pt x="655218" y="155562"/>
                </a:lnTo>
                <a:lnTo>
                  <a:pt x="655218" y="194932"/>
                </a:lnTo>
                <a:lnTo>
                  <a:pt x="787679" y="194932"/>
                </a:lnTo>
                <a:lnTo>
                  <a:pt x="787679" y="155562"/>
                </a:lnTo>
                <a:close/>
              </a:path>
            </a:pathLst>
          </a:custGeom>
          <a:solidFill>
            <a:srgbClr val="2D1A46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15293" y="10056511"/>
            <a:ext cx="274522" cy="18051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9802409" y="10239140"/>
            <a:ext cx="501015" cy="506730"/>
          </a:xfrm>
          <a:custGeom>
            <a:avLst/>
            <a:gdLst/>
            <a:ahLst/>
            <a:cxnLst/>
            <a:rect l="l" t="t" r="r" b="b"/>
            <a:pathLst>
              <a:path w="501015" h="506729">
                <a:moveTo>
                  <a:pt x="340576" y="245626"/>
                </a:moveTo>
                <a:lnTo>
                  <a:pt x="158654" y="245626"/>
                </a:lnTo>
                <a:lnTo>
                  <a:pt x="182014" y="248596"/>
                </a:lnTo>
                <a:lnTo>
                  <a:pt x="193025" y="254858"/>
                </a:lnTo>
                <a:lnTo>
                  <a:pt x="194529" y="268614"/>
                </a:lnTo>
                <a:lnTo>
                  <a:pt x="194588" y="269159"/>
                </a:lnTo>
                <a:lnTo>
                  <a:pt x="189606" y="296242"/>
                </a:lnTo>
                <a:lnTo>
                  <a:pt x="181899" y="330059"/>
                </a:lnTo>
                <a:lnTo>
                  <a:pt x="172867" y="367597"/>
                </a:lnTo>
                <a:lnTo>
                  <a:pt x="164965" y="402868"/>
                </a:lnTo>
                <a:lnTo>
                  <a:pt x="160644" y="429882"/>
                </a:lnTo>
                <a:lnTo>
                  <a:pt x="160218" y="434971"/>
                </a:lnTo>
                <a:lnTo>
                  <a:pt x="160152" y="435766"/>
                </a:lnTo>
                <a:lnTo>
                  <a:pt x="182456" y="471715"/>
                </a:lnTo>
                <a:lnTo>
                  <a:pt x="213909" y="498961"/>
                </a:lnTo>
                <a:lnTo>
                  <a:pt x="232377" y="506508"/>
                </a:lnTo>
                <a:lnTo>
                  <a:pt x="232048" y="506508"/>
                </a:lnTo>
                <a:lnTo>
                  <a:pt x="245892" y="471137"/>
                </a:lnTo>
                <a:lnTo>
                  <a:pt x="245835" y="468477"/>
                </a:lnTo>
                <a:lnTo>
                  <a:pt x="242966" y="463525"/>
                </a:lnTo>
                <a:lnTo>
                  <a:pt x="239898" y="461619"/>
                </a:lnTo>
                <a:lnTo>
                  <a:pt x="230684" y="461619"/>
                </a:lnTo>
                <a:lnTo>
                  <a:pt x="225281" y="459137"/>
                </a:lnTo>
                <a:lnTo>
                  <a:pt x="219009" y="451850"/>
                </a:lnTo>
                <a:lnTo>
                  <a:pt x="217752" y="448457"/>
                </a:lnTo>
                <a:lnTo>
                  <a:pt x="217752" y="443180"/>
                </a:lnTo>
                <a:lnTo>
                  <a:pt x="220318" y="431163"/>
                </a:lnTo>
                <a:lnTo>
                  <a:pt x="227313" y="421348"/>
                </a:lnTo>
                <a:lnTo>
                  <a:pt x="237688" y="414729"/>
                </a:lnTo>
                <a:lnTo>
                  <a:pt x="250390" y="412301"/>
                </a:lnTo>
                <a:lnTo>
                  <a:pt x="335781" y="412301"/>
                </a:lnTo>
                <a:lnTo>
                  <a:pt x="334270" y="402868"/>
                </a:lnTo>
                <a:lnTo>
                  <a:pt x="326364" y="367597"/>
                </a:lnTo>
                <a:lnTo>
                  <a:pt x="317331" y="330059"/>
                </a:lnTo>
                <a:lnTo>
                  <a:pt x="309624" y="296242"/>
                </a:lnTo>
                <a:lnTo>
                  <a:pt x="310273" y="271911"/>
                </a:lnTo>
                <a:lnTo>
                  <a:pt x="310360" y="268614"/>
                </a:lnTo>
                <a:lnTo>
                  <a:pt x="321456" y="253405"/>
                </a:lnTo>
                <a:lnTo>
                  <a:pt x="334373" y="246961"/>
                </a:lnTo>
                <a:lnTo>
                  <a:pt x="340576" y="245626"/>
                </a:lnTo>
                <a:close/>
              </a:path>
              <a:path w="501015" h="506729">
                <a:moveTo>
                  <a:pt x="335781" y="412301"/>
                </a:moveTo>
                <a:lnTo>
                  <a:pt x="250390" y="412301"/>
                </a:lnTo>
                <a:lnTo>
                  <a:pt x="263098" y="414729"/>
                </a:lnTo>
                <a:lnTo>
                  <a:pt x="273475" y="421348"/>
                </a:lnTo>
                <a:lnTo>
                  <a:pt x="280472" y="431163"/>
                </a:lnTo>
                <a:lnTo>
                  <a:pt x="283038" y="443180"/>
                </a:lnTo>
                <a:lnTo>
                  <a:pt x="283038" y="447756"/>
                </a:lnTo>
                <a:lnTo>
                  <a:pt x="281519" y="451850"/>
                </a:lnTo>
                <a:lnTo>
                  <a:pt x="281425" y="452101"/>
                </a:lnTo>
                <a:lnTo>
                  <a:pt x="275185" y="459389"/>
                </a:lnTo>
                <a:lnTo>
                  <a:pt x="270326" y="461619"/>
                </a:lnTo>
                <a:lnTo>
                  <a:pt x="261499" y="461619"/>
                </a:lnTo>
                <a:lnTo>
                  <a:pt x="258274" y="463755"/>
                </a:lnTo>
                <a:lnTo>
                  <a:pt x="255719" y="468833"/>
                </a:lnTo>
                <a:lnTo>
                  <a:pt x="255699" y="471137"/>
                </a:lnTo>
                <a:lnTo>
                  <a:pt x="268892" y="506508"/>
                </a:lnTo>
                <a:lnTo>
                  <a:pt x="301802" y="487251"/>
                </a:lnTo>
                <a:lnTo>
                  <a:pt x="329431" y="454158"/>
                </a:lnTo>
                <a:lnTo>
                  <a:pt x="339078" y="435766"/>
                </a:lnTo>
                <a:lnTo>
                  <a:pt x="338701" y="431163"/>
                </a:lnTo>
                <a:lnTo>
                  <a:pt x="338597" y="429882"/>
                </a:lnTo>
                <a:lnTo>
                  <a:pt x="335781" y="412301"/>
                </a:lnTo>
                <a:close/>
              </a:path>
              <a:path w="501015" h="506729">
                <a:moveTo>
                  <a:pt x="34941" y="0"/>
                </a:moveTo>
                <a:lnTo>
                  <a:pt x="31894" y="1109"/>
                </a:lnTo>
                <a:lnTo>
                  <a:pt x="2376" y="52228"/>
                </a:lnTo>
                <a:lnTo>
                  <a:pt x="556" y="54088"/>
                </a:lnTo>
                <a:lnTo>
                  <a:pt x="429" y="54218"/>
                </a:lnTo>
                <a:lnTo>
                  <a:pt x="0" y="57338"/>
                </a:lnTo>
                <a:lnTo>
                  <a:pt x="20355" y="90489"/>
                </a:lnTo>
                <a:lnTo>
                  <a:pt x="22130" y="93754"/>
                </a:lnTo>
                <a:lnTo>
                  <a:pt x="25141" y="100951"/>
                </a:lnTo>
                <a:lnTo>
                  <a:pt x="27283" y="110419"/>
                </a:lnTo>
                <a:lnTo>
                  <a:pt x="26449" y="120498"/>
                </a:lnTo>
                <a:lnTo>
                  <a:pt x="22487" y="128290"/>
                </a:lnTo>
                <a:lnTo>
                  <a:pt x="17321" y="133692"/>
                </a:lnTo>
                <a:lnTo>
                  <a:pt x="11657" y="140209"/>
                </a:lnTo>
                <a:lnTo>
                  <a:pt x="6198" y="151346"/>
                </a:lnTo>
                <a:lnTo>
                  <a:pt x="4544" y="155796"/>
                </a:lnTo>
                <a:lnTo>
                  <a:pt x="3633" y="160612"/>
                </a:lnTo>
                <a:lnTo>
                  <a:pt x="3633" y="316848"/>
                </a:lnTo>
                <a:lnTo>
                  <a:pt x="6238" y="331373"/>
                </a:lnTo>
                <a:lnTo>
                  <a:pt x="11968" y="343235"/>
                </a:lnTo>
                <a:lnTo>
                  <a:pt x="17698" y="351234"/>
                </a:lnTo>
                <a:lnTo>
                  <a:pt x="20303" y="354167"/>
                </a:lnTo>
                <a:lnTo>
                  <a:pt x="90036" y="451850"/>
                </a:lnTo>
                <a:lnTo>
                  <a:pt x="94374" y="457535"/>
                </a:lnTo>
                <a:lnTo>
                  <a:pt x="100216" y="461776"/>
                </a:lnTo>
                <a:lnTo>
                  <a:pt x="106960" y="464258"/>
                </a:lnTo>
                <a:lnTo>
                  <a:pt x="190203" y="493524"/>
                </a:lnTo>
                <a:lnTo>
                  <a:pt x="164771" y="468833"/>
                </a:lnTo>
                <a:lnTo>
                  <a:pt x="140700" y="446614"/>
                </a:lnTo>
                <a:lnTo>
                  <a:pt x="139731" y="443180"/>
                </a:lnTo>
                <a:lnTo>
                  <a:pt x="139084" y="440803"/>
                </a:lnTo>
                <a:lnTo>
                  <a:pt x="140934" y="435766"/>
                </a:lnTo>
                <a:lnTo>
                  <a:pt x="141053" y="435442"/>
                </a:lnTo>
                <a:lnTo>
                  <a:pt x="141147" y="435201"/>
                </a:lnTo>
                <a:lnTo>
                  <a:pt x="141241" y="434971"/>
                </a:lnTo>
                <a:lnTo>
                  <a:pt x="149128" y="411766"/>
                </a:lnTo>
                <a:lnTo>
                  <a:pt x="163654" y="365466"/>
                </a:lnTo>
                <a:lnTo>
                  <a:pt x="177387" y="316200"/>
                </a:lnTo>
                <a:lnTo>
                  <a:pt x="182894" y="284096"/>
                </a:lnTo>
                <a:lnTo>
                  <a:pt x="155827" y="284096"/>
                </a:lnTo>
                <a:lnTo>
                  <a:pt x="140733" y="266189"/>
                </a:lnTo>
                <a:lnTo>
                  <a:pt x="136122" y="255103"/>
                </a:lnTo>
                <a:lnTo>
                  <a:pt x="136964" y="249755"/>
                </a:lnTo>
                <a:lnTo>
                  <a:pt x="137011" y="249462"/>
                </a:lnTo>
                <a:lnTo>
                  <a:pt x="138414" y="247887"/>
                </a:lnTo>
                <a:lnTo>
                  <a:pt x="161873" y="247887"/>
                </a:lnTo>
                <a:lnTo>
                  <a:pt x="158654" y="245626"/>
                </a:lnTo>
                <a:lnTo>
                  <a:pt x="495649" y="245626"/>
                </a:lnTo>
                <a:lnTo>
                  <a:pt x="495649" y="160612"/>
                </a:lnTo>
                <a:lnTo>
                  <a:pt x="476864" y="128290"/>
                </a:lnTo>
                <a:lnTo>
                  <a:pt x="472907" y="120498"/>
                </a:lnTo>
                <a:lnTo>
                  <a:pt x="469912" y="110781"/>
                </a:lnTo>
                <a:lnTo>
                  <a:pt x="473304" y="102352"/>
                </a:lnTo>
                <a:lnTo>
                  <a:pt x="475461" y="98373"/>
                </a:lnTo>
                <a:lnTo>
                  <a:pt x="481194" y="89033"/>
                </a:lnTo>
                <a:lnTo>
                  <a:pt x="73641" y="89033"/>
                </a:lnTo>
                <a:lnTo>
                  <a:pt x="65683" y="68709"/>
                </a:lnTo>
                <a:lnTo>
                  <a:pt x="66060" y="61292"/>
                </a:lnTo>
                <a:lnTo>
                  <a:pt x="66135" y="59820"/>
                </a:lnTo>
                <a:lnTo>
                  <a:pt x="66261" y="57338"/>
                </a:lnTo>
                <a:lnTo>
                  <a:pt x="66373" y="55149"/>
                </a:lnTo>
                <a:lnTo>
                  <a:pt x="66426" y="54088"/>
                </a:lnTo>
                <a:lnTo>
                  <a:pt x="68982" y="44367"/>
                </a:lnTo>
                <a:lnTo>
                  <a:pt x="72071" y="38671"/>
                </a:lnTo>
                <a:lnTo>
                  <a:pt x="74349" y="36197"/>
                </a:lnTo>
                <a:lnTo>
                  <a:pt x="74660" y="35925"/>
                </a:lnTo>
                <a:lnTo>
                  <a:pt x="488867" y="35925"/>
                </a:lnTo>
                <a:lnTo>
                  <a:pt x="483875" y="27276"/>
                </a:lnTo>
                <a:lnTo>
                  <a:pt x="135368" y="27276"/>
                </a:lnTo>
                <a:lnTo>
                  <a:pt x="128235" y="26030"/>
                </a:lnTo>
                <a:lnTo>
                  <a:pt x="123535" y="23507"/>
                </a:lnTo>
                <a:lnTo>
                  <a:pt x="99536" y="3005"/>
                </a:lnTo>
                <a:lnTo>
                  <a:pt x="99012" y="2408"/>
                </a:lnTo>
                <a:lnTo>
                  <a:pt x="98373" y="1916"/>
                </a:lnTo>
                <a:lnTo>
                  <a:pt x="97661" y="1549"/>
                </a:lnTo>
                <a:lnTo>
                  <a:pt x="96507" y="869"/>
                </a:lnTo>
                <a:lnTo>
                  <a:pt x="37663" y="869"/>
                </a:lnTo>
                <a:lnTo>
                  <a:pt x="34941" y="0"/>
                </a:lnTo>
                <a:close/>
              </a:path>
              <a:path w="501015" h="506729">
                <a:moveTo>
                  <a:pt x="495649" y="245626"/>
                </a:moveTo>
                <a:lnTo>
                  <a:pt x="340576" y="245626"/>
                </a:lnTo>
                <a:lnTo>
                  <a:pt x="332078" y="251597"/>
                </a:lnTo>
                <a:lnTo>
                  <a:pt x="324533" y="260718"/>
                </a:lnTo>
                <a:lnTo>
                  <a:pt x="318949" y="271911"/>
                </a:lnTo>
                <a:lnTo>
                  <a:pt x="316335" y="284096"/>
                </a:lnTo>
                <a:lnTo>
                  <a:pt x="321844" y="316200"/>
                </a:lnTo>
                <a:lnTo>
                  <a:pt x="335580" y="365466"/>
                </a:lnTo>
                <a:lnTo>
                  <a:pt x="350106" y="411766"/>
                </a:lnTo>
                <a:lnTo>
                  <a:pt x="357989" y="434971"/>
                </a:lnTo>
                <a:lnTo>
                  <a:pt x="360146" y="440803"/>
                </a:lnTo>
                <a:lnTo>
                  <a:pt x="359499" y="443180"/>
                </a:lnTo>
                <a:lnTo>
                  <a:pt x="358530" y="446614"/>
                </a:lnTo>
                <a:lnTo>
                  <a:pt x="354554" y="450279"/>
                </a:lnTo>
                <a:lnTo>
                  <a:pt x="310137" y="493524"/>
                </a:lnTo>
                <a:lnTo>
                  <a:pt x="393412" y="464258"/>
                </a:lnTo>
                <a:lnTo>
                  <a:pt x="480027" y="354167"/>
                </a:lnTo>
                <a:lnTo>
                  <a:pt x="489059" y="344183"/>
                </a:lnTo>
                <a:lnTo>
                  <a:pt x="493697" y="336968"/>
                </a:lnTo>
                <a:lnTo>
                  <a:pt x="495405" y="329023"/>
                </a:lnTo>
                <a:lnTo>
                  <a:pt x="495649" y="316848"/>
                </a:lnTo>
                <a:lnTo>
                  <a:pt x="495649" y="284096"/>
                </a:lnTo>
                <a:lnTo>
                  <a:pt x="328136" y="284096"/>
                </a:lnTo>
                <a:lnTo>
                  <a:pt x="332511" y="264464"/>
                </a:lnTo>
                <a:lnTo>
                  <a:pt x="337337" y="254149"/>
                </a:lnTo>
                <a:lnTo>
                  <a:pt x="345647" y="249755"/>
                </a:lnTo>
                <a:lnTo>
                  <a:pt x="360470" y="247887"/>
                </a:lnTo>
                <a:lnTo>
                  <a:pt x="495649" y="247887"/>
                </a:lnTo>
                <a:lnTo>
                  <a:pt x="495649" y="245626"/>
                </a:lnTo>
                <a:close/>
              </a:path>
              <a:path w="501015" h="506729">
                <a:moveTo>
                  <a:pt x="161873" y="247887"/>
                </a:moveTo>
                <a:lnTo>
                  <a:pt x="138414" y="247887"/>
                </a:lnTo>
                <a:lnTo>
                  <a:pt x="154205" y="254521"/>
                </a:lnTo>
                <a:lnTo>
                  <a:pt x="164127" y="266859"/>
                </a:lnTo>
                <a:lnTo>
                  <a:pt x="169276" y="278763"/>
                </a:lnTo>
                <a:lnTo>
                  <a:pt x="170748" y="284096"/>
                </a:lnTo>
                <a:lnTo>
                  <a:pt x="182894" y="284096"/>
                </a:lnTo>
                <a:lnTo>
                  <a:pt x="180280" y="271911"/>
                </a:lnTo>
                <a:lnTo>
                  <a:pt x="174697" y="260718"/>
                </a:lnTo>
                <a:lnTo>
                  <a:pt x="167152" y="251597"/>
                </a:lnTo>
                <a:lnTo>
                  <a:pt x="161873" y="247887"/>
                </a:lnTo>
                <a:close/>
              </a:path>
              <a:path w="501015" h="506729">
                <a:moveTo>
                  <a:pt x="495649" y="247887"/>
                </a:moveTo>
                <a:lnTo>
                  <a:pt x="360470" y="247887"/>
                </a:lnTo>
                <a:lnTo>
                  <a:pt x="366901" y="252488"/>
                </a:lnTo>
                <a:lnTo>
                  <a:pt x="367230" y="257793"/>
                </a:lnTo>
                <a:lnTo>
                  <a:pt x="359827" y="267197"/>
                </a:lnTo>
                <a:lnTo>
                  <a:pt x="343057" y="284096"/>
                </a:lnTo>
                <a:lnTo>
                  <a:pt x="495649" y="284096"/>
                </a:lnTo>
                <a:lnTo>
                  <a:pt x="495649" y="247887"/>
                </a:lnTo>
                <a:close/>
              </a:path>
              <a:path w="501015" h="506729">
                <a:moveTo>
                  <a:pt x="424039" y="35925"/>
                </a:moveTo>
                <a:lnTo>
                  <a:pt x="75107" y="35925"/>
                </a:lnTo>
                <a:lnTo>
                  <a:pt x="75348" y="36197"/>
                </a:lnTo>
                <a:lnTo>
                  <a:pt x="85159" y="48166"/>
                </a:lnTo>
                <a:lnTo>
                  <a:pt x="85787" y="49611"/>
                </a:lnTo>
                <a:lnTo>
                  <a:pt x="85986" y="51150"/>
                </a:lnTo>
                <a:lnTo>
                  <a:pt x="86007" y="61292"/>
                </a:lnTo>
                <a:lnTo>
                  <a:pt x="84906" y="69849"/>
                </a:lnTo>
                <a:lnTo>
                  <a:pt x="82573" y="81086"/>
                </a:lnTo>
                <a:lnTo>
                  <a:pt x="81941" y="85411"/>
                </a:lnTo>
                <a:lnTo>
                  <a:pt x="81850" y="86028"/>
                </a:lnTo>
                <a:lnTo>
                  <a:pt x="73641" y="89033"/>
                </a:lnTo>
                <a:lnTo>
                  <a:pt x="425494" y="89033"/>
                </a:lnTo>
                <a:lnTo>
                  <a:pt x="417285" y="86028"/>
                </a:lnTo>
                <a:lnTo>
                  <a:pt x="416573" y="81086"/>
                </a:lnTo>
                <a:lnTo>
                  <a:pt x="414240" y="69849"/>
                </a:lnTo>
                <a:lnTo>
                  <a:pt x="413139" y="61292"/>
                </a:lnTo>
                <a:lnTo>
                  <a:pt x="413160" y="51150"/>
                </a:lnTo>
                <a:lnTo>
                  <a:pt x="413359" y="49611"/>
                </a:lnTo>
                <a:lnTo>
                  <a:pt x="413987" y="48166"/>
                </a:lnTo>
                <a:lnTo>
                  <a:pt x="423788" y="36197"/>
                </a:lnTo>
                <a:lnTo>
                  <a:pt x="424039" y="35925"/>
                </a:lnTo>
                <a:close/>
              </a:path>
              <a:path w="501015" h="506729">
                <a:moveTo>
                  <a:pt x="488867" y="35925"/>
                </a:moveTo>
                <a:lnTo>
                  <a:pt x="424486" y="35925"/>
                </a:lnTo>
                <a:lnTo>
                  <a:pt x="424798" y="36197"/>
                </a:lnTo>
                <a:lnTo>
                  <a:pt x="427075" y="38671"/>
                </a:lnTo>
                <a:lnTo>
                  <a:pt x="430164" y="44367"/>
                </a:lnTo>
                <a:lnTo>
                  <a:pt x="432720" y="54088"/>
                </a:lnTo>
                <a:lnTo>
                  <a:pt x="433463" y="68709"/>
                </a:lnTo>
                <a:lnTo>
                  <a:pt x="433128" y="78604"/>
                </a:lnTo>
                <a:lnTo>
                  <a:pt x="428981" y="85411"/>
                </a:lnTo>
                <a:lnTo>
                  <a:pt x="426468" y="88740"/>
                </a:lnTo>
                <a:lnTo>
                  <a:pt x="425494" y="89033"/>
                </a:lnTo>
                <a:lnTo>
                  <a:pt x="481194" y="89033"/>
                </a:lnTo>
                <a:lnTo>
                  <a:pt x="500654" y="57338"/>
                </a:lnTo>
                <a:lnTo>
                  <a:pt x="500225" y="54218"/>
                </a:lnTo>
                <a:lnTo>
                  <a:pt x="498278" y="52228"/>
                </a:lnTo>
                <a:lnTo>
                  <a:pt x="488867" y="35925"/>
                </a:lnTo>
                <a:close/>
              </a:path>
              <a:path w="501015" h="506729">
                <a:moveTo>
                  <a:pt x="249102" y="8680"/>
                </a:moveTo>
                <a:lnTo>
                  <a:pt x="203701" y="11866"/>
                </a:lnTo>
                <a:lnTo>
                  <a:pt x="165440" y="20690"/>
                </a:lnTo>
                <a:lnTo>
                  <a:pt x="158675" y="23130"/>
                </a:lnTo>
                <a:lnTo>
                  <a:pt x="145370" y="26543"/>
                </a:lnTo>
                <a:lnTo>
                  <a:pt x="135368" y="27276"/>
                </a:lnTo>
                <a:lnTo>
                  <a:pt x="364164" y="27276"/>
                </a:lnTo>
                <a:lnTo>
                  <a:pt x="353787" y="26543"/>
                </a:lnTo>
                <a:lnTo>
                  <a:pt x="353324" y="26543"/>
                </a:lnTo>
                <a:lnTo>
                  <a:pt x="339015" y="22941"/>
                </a:lnTo>
                <a:lnTo>
                  <a:pt x="294471" y="11866"/>
                </a:lnTo>
                <a:lnTo>
                  <a:pt x="272504" y="9501"/>
                </a:lnTo>
                <a:lnTo>
                  <a:pt x="249102" y="8680"/>
                </a:lnTo>
                <a:close/>
              </a:path>
              <a:path w="501015" h="506729">
                <a:moveTo>
                  <a:pt x="406039" y="502"/>
                </a:moveTo>
                <a:lnTo>
                  <a:pt x="404406" y="722"/>
                </a:lnTo>
                <a:lnTo>
                  <a:pt x="402992" y="1549"/>
                </a:lnTo>
                <a:lnTo>
                  <a:pt x="402280" y="1916"/>
                </a:lnTo>
                <a:lnTo>
                  <a:pt x="401642" y="2408"/>
                </a:lnTo>
                <a:lnTo>
                  <a:pt x="401118" y="3005"/>
                </a:lnTo>
                <a:lnTo>
                  <a:pt x="377565" y="23130"/>
                </a:lnTo>
                <a:lnTo>
                  <a:pt x="377048" y="23507"/>
                </a:lnTo>
                <a:lnTo>
                  <a:pt x="371941" y="26030"/>
                </a:lnTo>
                <a:lnTo>
                  <a:pt x="364111" y="27276"/>
                </a:lnTo>
                <a:lnTo>
                  <a:pt x="483875" y="27276"/>
                </a:lnTo>
                <a:lnTo>
                  <a:pt x="468771" y="1109"/>
                </a:lnTo>
                <a:lnTo>
                  <a:pt x="468109" y="869"/>
                </a:lnTo>
                <a:lnTo>
                  <a:pt x="407568" y="869"/>
                </a:lnTo>
                <a:lnTo>
                  <a:pt x="406039" y="502"/>
                </a:lnTo>
                <a:close/>
              </a:path>
              <a:path w="501015" h="506729">
                <a:moveTo>
                  <a:pt x="94614" y="502"/>
                </a:moveTo>
                <a:lnTo>
                  <a:pt x="93086" y="869"/>
                </a:lnTo>
                <a:lnTo>
                  <a:pt x="96507" y="869"/>
                </a:lnTo>
                <a:lnTo>
                  <a:pt x="96258" y="722"/>
                </a:lnTo>
                <a:lnTo>
                  <a:pt x="94614" y="502"/>
                </a:lnTo>
                <a:close/>
              </a:path>
              <a:path w="501015" h="506729">
                <a:moveTo>
                  <a:pt x="465724" y="0"/>
                </a:moveTo>
                <a:lnTo>
                  <a:pt x="463001" y="869"/>
                </a:lnTo>
                <a:lnTo>
                  <a:pt x="468109" y="869"/>
                </a:lnTo>
                <a:lnTo>
                  <a:pt x="465724" y="0"/>
                </a:lnTo>
                <a:close/>
              </a:path>
            </a:pathLst>
          </a:custGeom>
          <a:solidFill>
            <a:srgbClr val="2D1A46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rgbClr val="2D1A46"/>
                </a:solidFill>
                <a:latin typeface="Mongolian Baiti"/>
                <a:cs typeface="Mongolian Bait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rgbClr val="2D1A46"/>
                </a:solidFill>
                <a:latin typeface="Mongolian Baiti"/>
                <a:cs typeface="Mongolian Bait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59" y="5818"/>
            <a:ext cx="20099440" cy="113027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0895" y="1459134"/>
            <a:ext cx="10038715" cy="7169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rgbClr val="2D1A46"/>
                </a:solidFill>
                <a:latin typeface="Mongolian Baiti"/>
                <a:cs typeface="Mongolian Bait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begreatconsulting.es/" TargetMode="External"/><Relationship Id="rId7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hyperlink" Target="mailto:alejandro.rio@begreatconsulting.es" TargetMode="External"/><Relationship Id="rId4" Type="http://schemas.openxmlformats.org/officeDocument/2006/relationships/hyperlink" Target="mailto:rita.escudero@begreatconsulting.es" TargetMode="External"/><Relationship Id="rId9" Type="http://schemas.openxmlformats.org/officeDocument/2006/relationships/hyperlink" Target="mailto:pablo.andres@begreatconsulting.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1547" y="2439716"/>
            <a:ext cx="13101319" cy="1140460"/>
          </a:xfrm>
          <a:prstGeom prst="rect">
            <a:avLst/>
          </a:prstGeom>
          <a:solidFill>
            <a:srgbClr val="FFEECC"/>
          </a:solidFill>
        </p:spPr>
        <p:txBody>
          <a:bodyPr vert="horz" wrap="square" lIns="0" tIns="17081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345"/>
              </a:spcBef>
            </a:pPr>
            <a:r>
              <a:rPr sz="4750" dirty="0"/>
              <a:t>El</a:t>
            </a:r>
            <a:r>
              <a:rPr sz="4750" spc="5" dirty="0"/>
              <a:t> </a:t>
            </a:r>
            <a:r>
              <a:rPr sz="4750" dirty="0"/>
              <a:t>socio</a:t>
            </a:r>
            <a:r>
              <a:rPr sz="4750" spc="5" dirty="0"/>
              <a:t> </a:t>
            </a:r>
            <a:r>
              <a:rPr sz="4750" dirty="0"/>
              <a:t>estratégico</a:t>
            </a:r>
            <a:r>
              <a:rPr sz="4750" spc="5" dirty="0"/>
              <a:t> </a:t>
            </a:r>
            <a:r>
              <a:rPr sz="4750" dirty="0"/>
              <a:t>que</a:t>
            </a:r>
            <a:r>
              <a:rPr sz="4750" spc="5" dirty="0"/>
              <a:t> </a:t>
            </a:r>
            <a:r>
              <a:rPr sz="4750" spc="-10" dirty="0"/>
              <a:t>faltaba</a:t>
            </a:r>
            <a:endParaRPr sz="4750"/>
          </a:p>
        </p:txBody>
      </p:sp>
      <p:sp>
        <p:nvSpPr>
          <p:cNvPr id="4" name="object 4"/>
          <p:cNvSpPr txBox="1"/>
          <p:nvPr/>
        </p:nvSpPr>
        <p:spPr>
          <a:xfrm>
            <a:off x="3501547" y="3579880"/>
            <a:ext cx="13101319" cy="600710"/>
          </a:xfrm>
          <a:prstGeom prst="rect">
            <a:avLst/>
          </a:prstGeom>
          <a:solidFill>
            <a:srgbClr val="2D1A46">
              <a:alpha val="75000"/>
            </a:srgbClr>
          </a:solidFill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2550" dirty="0">
                <a:solidFill>
                  <a:srgbClr val="FFFFFF"/>
                </a:solidFill>
                <a:latin typeface="Times New Roman"/>
                <a:cs typeface="Times New Roman"/>
              </a:rPr>
              <a:t>Convierte</a:t>
            </a:r>
            <a:r>
              <a:rPr sz="25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FFFFFF"/>
                </a:solidFill>
                <a:latin typeface="Times New Roman"/>
                <a:cs typeface="Times New Roman"/>
              </a:rPr>
              <a:t>tus</a:t>
            </a:r>
            <a:r>
              <a:rPr sz="25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FFFFFF"/>
                </a:solidFill>
                <a:latin typeface="Times New Roman"/>
                <a:cs typeface="Times New Roman"/>
              </a:rPr>
              <a:t>números</a:t>
            </a:r>
            <a:r>
              <a:rPr sz="25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5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FFFFFF"/>
                </a:solidFill>
                <a:latin typeface="Times New Roman"/>
                <a:cs typeface="Times New Roman"/>
              </a:rPr>
              <a:t>decisiones</a:t>
            </a:r>
            <a:r>
              <a:rPr sz="25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FFFFFF"/>
                </a:solidFill>
                <a:latin typeface="Times New Roman"/>
                <a:cs typeface="Times New Roman"/>
              </a:rPr>
              <a:t>que</a:t>
            </a:r>
            <a:r>
              <a:rPr sz="25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FFFFFF"/>
                </a:solidFill>
                <a:latin typeface="Times New Roman"/>
                <a:cs typeface="Times New Roman"/>
              </a:rPr>
              <a:t>generan</a:t>
            </a:r>
            <a:r>
              <a:rPr sz="2550" spc="-10" dirty="0">
                <a:solidFill>
                  <a:srgbClr val="FFFFFF"/>
                </a:solidFill>
                <a:latin typeface="Times New Roman"/>
                <a:cs typeface="Times New Roman"/>
              </a:rPr>
              <a:t> crecimiento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694612" y="766700"/>
            <a:ext cx="716915" cy="986790"/>
            <a:chOff x="9694612" y="766700"/>
            <a:chExt cx="716915" cy="98679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1758" y="945506"/>
              <a:ext cx="240579" cy="7966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694609" y="766704"/>
              <a:ext cx="716915" cy="986790"/>
            </a:xfrm>
            <a:custGeom>
              <a:avLst/>
              <a:gdLst/>
              <a:ahLst/>
              <a:cxnLst/>
              <a:rect l="l" t="t" r="r" b="b"/>
              <a:pathLst>
                <a:path w="716915" h="986789">
                  <a:moveTo>
                    <a:pt x="211074" y="43116"/>
                  </a:moveTo>
                  <a:lnTo>
                    <a:pt x="209130" y="33489"/>
                  </a:lnTo>
                  <a:lnTo>
                    <a:pt x="203822" y="25628"/>
                  </a:lnTo>
                  <a:lnTo>
                    <a:pt x="195973" y="20332"/>
                  </a:lnTo>
                  <a:lnTo>
                    <a:pt x="186347" y="18389"/>
                  </a:lnTo>
                  <a:lnTo>
                    <a:pt x="176720" y="20332"/>
                  </a:lnTo>
                  <a:lnTo>
                    <a:pt x="168871" y="25628"/>
                  </a:lnTo>
                  <a:lnTo>
                    <a:pt x="163563" y="33489"/>
                  </a:lnTo>
                  <a:lnTo>
                    <a:pt x="161620" y="43116"/>
                  </a:lnTo>
                  <a:lnTo>
                    <a:pt x="163563" y="52730"/>
                  </a:lnTo>
                  <a:lnTo>
                    <a:pt x="168871" y="60591"/>
                  </a:lnTo>
                  <a:lnTo>
                    <a:pt x="176720" y="65887"/>
                  </a:lnTo>
                  <a:lnTo>
                    <a:pt x="186347" y="67830"/>
                  </a:lnTo>
                  <a:lnTo>
                    <a:pt x="195973" y="65887"/>
                  </a:lnTo>
                  <a:lnTo>
                    <a:pt x="203822" y="60591"/>
                  </a:lnTo>
                  <a:lnTo>
                    <a:pt x="209130" y="52730"/>
                  </a:lnTo>
                  <a:lnTo>
                    <a:pt x="211074" y="43116"/>
                  </a:lnTo>
                  <a:close/>
                </a:path>
                <a:path w="716915" h="986789">
                  <a:moveTo>
                    <a:pt x="383235" y="24726"/>
                  </a:moveTo>
                  <a:lnTo>
                    <a:pt x="381292" y="15100"/>
                  </a:lnTo>
                  <a:lnTo>
                    <a:pt x="375996" y="7239"/>
                  </a:lnTo>
                  <a:lnTo>
                    <a:pt x="368134" y="1943"/>
                  </a:lnTo>
                  <a:lnTo>
                    <a:pt x="358508" y="0"/>
                  </a:lnTo>
                  <a:lnTo>
                    <a:pt x="348894" y="1943"/>
                  </a:lnTo>
                  <a:lnTo>
                    <a:pt x="341033" y="7239"/>
                  </a:lnTo>
                  <a:lnTo>
                    <a:pt x="335737" y="15100"/>
                  </a:lnTo>
                  <a:lnTo>
                    <a:pt x="333794" y="24726"/>
                  </a:lnTo>
                  <a:lnTo>
                    <a:pt x="335737" y="34340"/>
                  </a:lnTo>
                  <a:lnTo>
                    <a:pt x="341033" y="42202"/>
                  </a:lnTo>
                  <a:lnTo>
                    <a:pt x="348894" y="47498"/>
                  </a:lnTo>
                  <a:lnTo>
                    <a:pt x="358508" y="49441"/>
                  </a:lnTo>
                  <a:lnTo>
                    <a:pt x="368134" y="47498"/>
                  </a:lnTo>
                  <a:lnTo>
                    <a:pt x="375996" y="42202"/>
                  </a:lnTo>
                  <a:lnTo>
                    <a:pt x="381292" y="34340"/>
                  </a:lnTo>
                  <a:lnTo>
                    <a:pt x="383235" y="24726"/>
                  </a:lnTo>
                  <a:close/>
                </a:path>
                <a:path w="716915" h="986789">
                  <a:moveTo>
                    <a:pt x="521119" y="87757"/>
                  </a:moveTo>
                  <a:lnTo>
                    <a:pt x="512000" y="85051"/>
                  </a:lnTo>
                  <a:lnTo>
                    <a:pt x="506552" y="82245"/>
                  </a:lnTo>
                  <a:lnTo>
                    <a:pt x="502589" y="77647"/>
                  </a:lnTo>
                  <a:lnTo>
                    <a:pt x="497941" y="69532"/>
                  </a:lnTo>
                  <a:lnTo>
                    <a:pt x="467982" y="94754"/>
                  </a:lnTo>
                  <a:lnTo>
                    <a:pt x="445846" y="102298"/>
                  </a:lnTo>
                  <a:lnTo>
                    <a:pt x="420598" y="91389"/>
                  </a:lnTo>
                  <a:lnTo>
                    <a:pt x="381304" y="61252"/>
                  </a:lnTo>
                  <a:lnTo>
                    <a:pt x="369951" y="72059"/>
                  </a:lnTo>
                  <a:lnTo>
                    <a:pt x="361226" y="75666"/>
                  </a:lnTo>
                  <a:lnTo>
                    <a:pt x="350697" y="72059"/>
                  </a:lnTo>
                  <a:lnTo>
                    <a:pt x="333933" y="61252"/>
                  </a:lnTo>
                  <a:lnTo>
                    <a:pt x="305663" y="90652"/>
                  </a:lnTo>
                  <a:lnTo>
                    <a:pt x="284226" y="101346"/>
                  </a:lnTo>
                  <a:lnTo>
                    <a:pt x="258826" y="94145"/>
                  </a:lnTo>
                  <a:lnTo>
                    <a:pt x="218630" y="69862"/>
                  </a:lnTo>
                  <a:lnTo>
                    <a:pt x="214718" y="77012"/>
                  </a:lnTo>
                  <a:lnTo>
                    <a:pt x="210972" y="81127"/>
                  </a:lnTo>
                  <a:lnTo>
                    <a:pt x="205168" y="83756"/>
                  </a:lnTo>
                  <a:lnTo>
                    <a:pt x="195097" y="86436"/>
                  </a:lnTo>
                  <a:lnTo>
                    <a:pt x="237185" y="185166"/>
                  </a:lnTo>
                  <a:lnTo>
                    <a:pt x="317538" y="170065"/>
                  </a:lnTo>
                  <a:lnTo>
                    <a:pt x="369379" y="165036"/>
                  </a:lnTo>
                  <a:lnTo>
                    <a:pt x="415264" y="170065"/>
                  </a:lnTo>
                  <a:lnTo>
                    <a:pt x="477723" y="185166"/>
                  </a:lnTo>
                  <a:lnTo>
                    <a:pt x="521119" y="87757"/>
                  </a:lnTo>
                  <a:close/>
                </a:path>
                <a:path w="716915" h="986789">
                  <a:moveTo>
                    <a:pt x="554697" y="43116"/>
                  </a:moveTo>
                  <a:lnTo>
                    <a:pt x="552754" y="33489"/>
                  </a:lnTo>
                  <a:lnTo>
                    <a:pt x="547458" y="25628"/>
                  </a:lnTo>
                  <a:lnTo>
                    <a:pt x="539597" y="20332"/>
                  </a:lnTo>
                  <a:lnTo>
                    <a:pt x="529971" y="18389"/>
                  </a:lnTo>
                  <a:lnTo>
                    <a:pt x="520344" y="20332"/>
                  </a:lnTo>
                  <a:lnTo>
                    <a:pt x="512495" y="25628"/>
                  </a:lnTo>
                  <a:lnTo>
                    <a:pt x="507187" y="33489"/>
                  </a:lnTo>
                  <a:lnTo>
                    <a:pt x="505256" y="43116"/>
                  </a:lnTo>
                  <a:lnTo>
                    <a:pt x="507187" y="52730"/>
                  </a:lnTo>
                  <a:lnTo>
                    <a:pt x="512495" y="60591"/>
                  </a:lnTo>
                  <a:lnTo>
                    <a:pt x="520344" y="65887"/>
                  </a:lnTo>
                  <a:lnTo>
                    <a:pt x="529971" y="67830"/>
                  </a:lnTo>
                  <a:lnTo>
                    <a:pt x="539597" y="65887"/>
                  </a:lnTo>
                  <a:lnTo>
                    <a:pt x="547458" y="60591"/>
                  </a:lnTo>
                  <a:lnTo>
                    <a:pt x="552754" y="52730"/>
                  </a:lnTo>
                  <a:lnTo>
                    <a:pt x="554697" y="43116"/>
                  </a:lnTo>
                  <a:close/>
                </a:path>
                <a:path w="716915" h="986789">
                  <a:moveTo>
                    <a:pt x="716851" y="344119"/>
                  </a:moveTo>
                  <a:lnTo>
                    <a:pt x="716229" y="340309"/>
                  </a:lnTo>
                  <a:lnTo>
                    <a:pt x="713447" y="336499"/>
                  </a:lnTo>
                  <a:lnTo>
                    <a:pt x="700100" y="313639"/>
                  </a:lnTo>
                  <a:lnTo>
                    <a:pt x="692683" y="300939"/>
                  </a:lnTo>
                  <a:lnTo>
                    <a:pt x="671195" y="264109"/>
                  </a:lnTo>
                  <a:lnTo>
                    <a:pt x="666826" y="261569"/>
                  </a:lnTo>
                  <a:lnTo>
                    <a:pt x="662927" y="262839"/>
                  </a:lnTo>
                  <a:lnTo>
                    <a:pt x="620636" y="262839"/>
                  </a:lnTo>
                  <a:lnTo>
                    <a:pt x="620636" y="360629"/>
                  </a:lnTo>
                  <a:lnTo>
                    <a:pt x="619391" y="370789"/>
                  </a:lnTo>
                  <a:lnTo>
                    <a:pt x="616902" y="378409"/>
                  </a:lnTo>
                  <a:lnTo>
                    <a:pt x="613968" y="384759"/>
                  </a:lnTo>
                  <a:lnTo>
                    <a:pt x="611416" y="388569"/>
                  </a:lnTo>
                  <a:lnTo>
                    <a:pt x="610616" y="388569"/>
                  </a:lnTo>
                  <a:lnTo>
                    <a:pt x="609231" y="389839"/>
                  </a:lnTo>
                  <a:lnTo>
                    <a:pt x="597471" y="384759"/>
                  </a:lnTo>
                  <a:lnTo>
                    <a:pt x="596455" y="378409"/>
                  </a:lnTo>
                  <a:lnTo>
                    <a:pt x="593115" y="361899"/>
                  </a:lnTo>
                  <a:lnTo>
                    <a:pt x="591527" y="350469"/>
                  </a:lnTo>
                  <a:lnTo>
                    <a:pt x="591286" y="344119"/>
                  </a:lnTo>
                  <a:lnTo>
                    <a:pt x="591337" y="339039"/>
                  </a:lnTo>
                  <a:lnTo>
                    <a:pt x="591489" y="336499"/>
                  </a:lnTo>
                  <a:lnTo>
                    <a:pt x="591566" y="335229"/>
                  </a:lnTo>
                  <a:lnTo>
                    <a:pt x="591845" y="332689"/>
                  </a:lnTo>
                  <a:lnTo>
                    <a:pt x="592759" y="331419"/>
                  </a:lnTo>
                  <a:lnTo>
                    <a:pt x="606780" y="313639"/>
                  </a:lnTo>
                  <a:lnTo>
                    <a:pt x="608139" y="313639"/>
                  </a:lnTo>
                  <a:lnTo>
                    <a:pt x="611492" y="317449"/>
                  </a:lnTo>
                  <a:lnTo>
                    <a:pt x="615911" y="325069"/>
                  </a:lnTo>
                  <a:lnTo>
                    <a:pt x="619569" y="339039"/>
                  </a:lnTo>
                  <a:lnTo>
                    <a:pt x="620636" y="360629"/>
                  </a:lnTo>
                  <a:lnTo>
                    <a:pt x="620636" y="262839"/>
                  </a:lnTo>
                  <a:lnTo>
                    <a:pt x="579031" y="262839"/>
                  </a:lnTo>
                  <a:lnTo>
                    <a:pt x="577011" y="264109"/>
                  </a:lnTo>
                  <a:lnTo>
                    <a:pt x="575995" y="265379"/>
                  </a:lnTo>
                  <a:lnTo>
                    <a:pt x="575081" y="265379"/>
                  </a:lnTo>
                  <a:lnTo>
                    <a:pt x="574332" y="266649"/>
                  </a:lnTo>
                  <a:lnTo>
                    <a:pt x="540131" y="295859"/>
                  </a:lnTo>
                  <a:lnTo>
                    <a:pt x="532777" y="299669"/>
                  </a:lnTo>
                  <a:lnTo>
                    <a:pt x="525805" y="300456"/>
                  </a:lnTo>
                  <a:lnTo>
                    <a:pt x="525805" y="631139"/>
                  </a:lnTo>
                  <a:lnTo>
                    <a:pt x="515200" y="645109"/>
                  </a:lnTo>
                  <a:lnTo>
                    <a:pt x="491197" y="669239"/>
                  </a:lnTo>
                  <a:lnTo>
                    <a:pt x="469823" y="669239"/>
                  </a:lnTo>
                  <a:lnTo>
                    <a:pt x="476097" y="641299"/>
                  </a:lnTo>
                  <a:lnTo>
                    <a:pt x="483006" y="626059"/>
                  </a:lnTo>
                  <a:lnTo>
                    <a:pt x="494906" y="619709"/>
                  </a:lnTo>
                  <a:lnTo>
                    <a:pt x="516128" y="617169"/>
                  </a:lnTo>
                  <a:lnTo>
                    <a:pt x="525335" y="623519"/>
                  </a:lnTo>
                  <a:lnTo>
                    <a:pt x="525805" y="631139"/>
                  </a:lnTo>
                  <a:lnTo>
                    <a:pt x="525805" y="300456"/>
                  </a:lnTo>
                  <a:lnTo>
                    <a:pt x="521360" y="300939"/>
                  </a:lnTo>
                  <a:lnTo>
                    <a:pt x="505625" y="299669"/>
                  </a:lnTo>
                  <a:lnTo>
                    <a:pt x="485406" y="294589"/>
                  </a:lnTo>
                  <a:lnTo>
                    <a:pt x="482511" y="293319"/>
                  </a:lnTo>
                  <a:lnTo>
                    <a:pt x="479526" y="293319"/>
                  </a:lnTo>
                  <a:lnTo>
                    <a:pt x="476427" y="292049"/>
                  </a:lnTo>
                  <a:lnTo>
                    <a:pt x="476237" y="292049"/>
                  </a:lnTo>
                  <a:lnTo>
                    <a:pt x="450469" y="284429"/>
                  </a:lnTo>
                  <a:lnTo>
                    <a:pt x="421627" y="279349"/>
                  </a:lnTo>
                  <a:lnTo>
                    <a:pt x="390169" y="275539"/>
                  </a:lnTo>
                  <a:lnTo>
                    <a:pt x="356654" y="274269"/>
                  </a:lnTo>
                  <a:lnTo>
                    <a:pt x="323151" y="275539"/>
                  </a:lnTo>
                  <a:lnTo>
                    <a:pt x="262851" y="284429"/>
                  </a:lnTo>
                  <a:lnTo>
                    <a:pt x="227190" y="295859"/>
                  </a:lnTo>
                  <a:lnTo>
                    <a:pt x="208140" y="299669"/>
                  </a:lnTo>
                  <a:lnTo>
                    <a:pt x="193814" y="300939"/>
                  </a:lnTo>
                  <a:lnTo>
                    <a:pt x="183603" y="299669"/>
                  </a:lnTo>
                  <a:lnTo>
                    <a:pt x="176872" y="295859"/>
                  </a:lnTo>
                  <a:lnTo>
                    <a:pt x="142506" y="266649"/>
                  </a:lnTo>
                  <a:lnTo>
                    <a:pt x="141757" y="265379"/>
                  </a:lnTo>
                  <a:lnTo>
                    <a:pt x="140855" y="265379"/>
                  </a:lnTo>
                  <a:lnTo>
                    <a:pt x="139827" y="264109"/>
                  </a:lnTo>
                  <a:lnTo>
                    <a:pt x="137820" y="262839"/>
                  </a:lnTo>
                  <a:lnTo>
                    <a:pt x="123380" y="262839"/>
                  </a:lnTo>
                  <a:lnTo>
                    <a:pt x="123380" y="344119"/>
                  </a:lnTo>
                  <a:lnTo>
                    <a:pt x="123240" y="347929"/>
                  </a:lnTo>
                  <a:lnTo>
                    <a:pt x="123139" y="350469"/>
                  </a:lnTo>
                  <a:lnTo>
                    <a:pt x="121564" y="361899"/>
                  </a:lnTo>
                  <a:lnTo>
                    <a:pt x="118224" y="378409"/>
                  </a:lnTo>
                  <a:lnTo>
                    <a:pt x="117182" y="384759"/>
                  </a:lnTo>
                  <a:lnTo>
                    <a:pt x="105435" y="389839"/>
                  </a:lnTo>
                  <a:lnTo>
                    <a:pt x="104051" y="388569"/>
                  </a:lnTo>
                  <a:lnTo>
                    <a:pt x="103263" y="388569"/>
                  </a:lnTo>
                  <a:lnTo>
                    <a:pt x="100698" y="384759"/>
                  </a:lnTo>
                  <a:lnTo>
                    <a:pt x="97777" y="378409"/>
                  </a:lnTo>
                  <a:lnTo>
                    <a:pt x="95288" y="370789"/>
                  </a:lnTo>
                  <a:lnTo>
                    <a:pt x="94030" y="360629"/>
                  </a:lnTo>
                  <a:lnTo>
                    <a:pt x="94843" y="344119"/>
                  </a:lnTo>
                  <a:lnTo>
                    <a:pt x="94970" y="341579"/>
                  </a:lnTo>
                  <a:lnTo>
                    <a:pt x="95097" y="339039"/>
                  </a:lnTo>
                  <a:lnTo>
                    <a:pt x="98755" y="325069"/>
                  </a:lnTo>
                  <a:lnTo>
                    <a:pt x="103174" y="317449"/>
                  </a:lnTo>
                  <a:lnTo>
                    <a:pt x="106540" y="313639"/>
                  </a:lnTo>
                  <a:lnTo>
                    <a:pt x="107873" y="313639"/>
                  </a:lnTo>
                  <a:lnTo>
                    <a:pt x="123380" y="344119"/>
                  </a:lnTo>
                  <a:lnTo>
                    <a:pt x="123380" y="262839"/>
                  </a:lnTo>
                  <a:lnTo>
                    <a:pt x="53911" y="262839"/>
                  </a:lnTo>
                  <a:lnTo>
                    <a:pt x="50012" y="261569"/>
                  </a:lnTo>
                  <a:lnTo>
                    <a:pt x="45656" y="264109"/>
                  </a:lnTo>
                  <a:lnTo>
                    <a:pt x="3403" y="336499"/>
                  </a:lnTo>
                  <a:lnTo>
                    <a:pt x="609" y="340309"/>
                  </a:lnTo>
                  <a:lnTo>
                    <a:pt x="0" y="344119"/>
                  </a:lnTo>
                  <a:lnTo>
                    <a:pt x="29133" y="391109"/>
                  </a:lnTo>
                  <a:lnTo>
                    <a:pt x="31686" y="396189"/>
                  </a:lnTo>
                  <a:lnTo>
                    <a:pt x="35991" y="406349"/>
                  </a:lnTo>
                  <a:lnTo>
                    <a:pt x="39052" y="420319"/>
                  </a:lnTo>
                  <a:lnTo>
                    <a:pt x="37858" y="434289"/>
                  </a:lnTo>
                  <a:lnTo>
                    <a:pt x="32194" y="445719"/>
                  </a:lnTo>
                  <a:lnTo>
                    <a:pt x="24803" y="453339"/>
                  </a:lnTo>
                  <a:lnTo>
                    <a:pt x="16687" y="463499"/>
                  </a:lnTo>
                  <a:lnTo>
                    <a:pt x="8864" y="478739"/>
                  </a:lnTo>
                  <a:lnTo>
                    <a:pt x="6502" y="485089"/>
                  </a:lnTo>
                  <a:lnTo>
                    <a:pt x="5207" y="492709"/>
                  </a:lnTo>
                  <a:lnTo>
                    <a:pt x="5207" y="716229"/>
                  </a:lnTo>
                  <a:lnTo>
                    <a:pt x="8928" y="736549"/>
                  </a:lnTo>
                  <a:lnTo>
                    <a:pt x="17132" y="753059"/>
                  </a:lnTo>
                  <a:lnTo>
                    <a:pt x="25336" y="764489"/>
                  </a:lnTo>
                  <a:lnTo>
                    <a:pt x="29070" y="769569"/>
                  </a:lnTo>
                  <a:lnTo>
                    <a:pt x="128892" y="909269"/>
                  </a:lnTo>
                  <a:lnTo>
                    <a:pt x="272338" y="968959"/>
                  </a:lnTo>
                  <a:lnTo>
                    <a:pt x="235826" y="933399"/>
                  </a:lnTo>
                  <a:lnTo>
                    <a:pt x="201383" y="901649"/>
                  </a:lnTo>
                  <a:lnTo>
                    <a:pt x="199148" y="892759"/>
                  </a:lnTo>
                  <a:lnTo>
                    <a:pt x="201828" y="886409"/>
                  </a:lnTo>
                  <a:lnTo>
                    <a:pt x="202234" y="885139"/>
                  </a:lnTo>
                  <a:lnTo>
                    <a:pt x="213525" y="852119"/>
                  </a:lnTo>
                  <a:lnTo>
                    <a:pt x="234315" y="784809"/>
                  </a:lnTo>
                  <a:lnTo>
                    <a:pt x="253987" y="714959"/>
                  </a:lnTo>
                  <a:lnTo>
                    <a:pt x="261874" y="669239"/>
                  </a:lnTo>
                  <a:lnTo>
                    <a:pt x="258127" y="651459"/>
                  </a:lnTo>
                  <a:lnTo>
                    <a:pt x="250126" y="634949"/>
                  </a:lnTo>
                  <a:lnTo>
                    <a:pt x="244475" y="628307"/>
                  </a:lnTo>
                  <a:lnTo>
                    <a:pt x="244475" y="669239"/>
                  </a:lnTo>
                  <a:lnTo>
                    <a:pt x="223100" y="669239"/>
                  </a:lnTo>
                  <a:lnTo>
                    <a:pt x="201485" y="643839"/>
                  </a:lnTo>
                  <a:lnTo>
                    <a:pt x="194894" y="627329"/>
                  </a:lnTo>
                  <a:lnTo>
                    <a:pt x="196164" y="619709"/>
                  </a:lnTo>
                  <a:lnTo>
                    <a:pt x="198170" y="617169"/>
                  </a:lnTo>
                  <a:lnTo>
                    <a:pt x="220776" y="626059"/>
                  </a:lnTo>
                  <a:lnTo>
                    <a:pt x="234988" y="643839"/>
                  </a:lnTo>
                  <a:lnTo>
                    <a:pt x="242366" y="661619"/>
                  </a:lnTo>
                  <a:lnTo>
                    <a:pt x="244475" y="669239"/>
                  </a:lnTo>
                  <a:lnTo>
                    <a:pt x="244475" y="628307"/>
                  </a:lnTo>
                  <a:lnTo>
                    <a:pt x="239331" y="622249"/>
                  </a:lnTo>
                  <a:lnTo>
                    <a:pt x="232371" y="617169"/>
                  </a:lnTo>
                  <a:lnTo>
                    <a:pt x="227164" y="613359"/>
                  </a:lnTo>
                  <a:lnTo>
                    <a:pt x="260604" y="618439"/>
                  </a:lnTo>
                  <a:lnTo>
                    <a:pt x="276377" y="627329"/>
                  </a:lnTo>
                  <a:lnTo>
                    <a:pt x="278612" y="647649"/>
                  </a:lnTo>
                  <a:lnTo>
                    <a:pt x="271475" y="685749"/>
                  </a:lnTo>
                  <a:lnTo>
                    <a:pt x="260438" y="735279"/>
                  </a:lnTo>
                  <a:lnTo>
                    <a:pt x="247510" y="788619"/>
                  </a:lnTo>
                  <a:lnTo>
                    <a:pt x="236194" y="839419"/>
                  </a:lnTo>
                  <a:lnTo>
                    <a:pt x="229997" y="877519"/>
                  </a:lnTo>
                  <a:lnTo>
                    <a:pt x="229412" y="885139"/>
                  </a:lnTo>
                  <a:lnTo>
                    <a:pt x="229311" y="886409"/>
                  </a:lnTo>
                  <a:lnTo>
                    <a:pt x="231470" y="894029"/>
                  </a:lnTo>
                  <a:lnTo>
                    <a:pt x="236042" y="901649"/>
                  </a:lnTo>
                  <a:lnTo>
                    <a:pt x="243128" y="911809"/>
                  </a:lnTo>
                  <a:lnTo>
                    <a:pt x="251853" y="924509"/>
                  </a:lnTo>
                  <a:lnTo>
                    <a:pt x="281241" y="958799"/>
                  </a:lnTo>
                  <a:lnTo>
                    <a:pt x="321335" y="984199"/>
                  </a:lnTo>
                  <a:lnTo>
                    <a:pt x="328599" y="986739"/>
                  </a:lnTo>
                  <a:lnTo>
                    <a:pt x="332295" y="986739"/>
                  </a:lnTo>
                  <a:lnTo>
                    <a:pt x="352132" y="937209"/>
                  </a:lnTo>
                  <a:lnTo>
                    <a:pt x="351993" y="933399"/>
                  </a:lnTo>
                  <a:lnTo>
                    <a:pt x="347878" y="925779"/>
                  </a:lnTo>
                  <a:lnTo>
                    <a:pt x="343484" y="923239"/>
                  </a:lnTo>
                  <a:lnTo>
                    <a:pt x="330288" y="923239"/>
                  </a:lnTo>
                  <a:lnTo>
                    <a:pt x="322567" y="919429"/>
                  </a:lnTo>
                  <a:lnTo>
                    <a:pt x="313575" y="909269"/>
                  </a:lnTo>
                  <a:lnTo>
                    <a:pt x="311785" y="904189"/>
                  </a:lnTo>
                  <a:lnTo>
                    <a:pt x="311785" y="896569"/>
                  </a:lnTo>
                  <a:lnTo>
                    <a:pt x="315455" y="880059"/>
                  </a:lnTo>
                  <a:lnTo>
                    <a:pt x="325462" y="864819"/>
                  </a:lnTo>
                  <a:lnTo>
                    <a:pt x="340321" y="855929"/>
                  </a:lnTo>
                  <a:lnTo>
                    <a:pt x="358508" y="852119"/>
                  </a:lnTo>
                  <a:lnTo>
                    <a:pt x="376707" y="855929"/>
                  </a:lnTo>
                  <a:lnTo>
                    <a:pt x="391566" y="864819"/>
                  </a:lnTo>
                  <a:lnTo>
                    <a:pt x="401574" y="880059"/>
                  </a:lnTo>
                  <a:lnTo>
                    <a:pt x="405257" y="896569"/>
                  </a:lnTo>
                  <a:lnTo>
                    <a:pt x="405257" y="902919"/>
                  </a:lnTo>
                  <a:lnTo>
                    <a:pt x="402945" y="909269"/>
                  </a:lnTo>
                  <a:lnTo>
                    <a:pt x="394004" y="919429"/>
                  </a:lnTo>
                  <a:lnTo>
                    <a:pt x="387070" y="923239"/>
                  </a:lnTo>
                  <a:lnTo>
                    <a:pt x="374421" y="923239"/>
                  </a:lnTo>
                  <a:lnTo>
                    <a:pt x="369798" y="925779"/>
                  </a:lnTo>
                  <a:lnTo>
                    <a:pt x="366141" y="933399"/>
                  </a:lnTo>
                  <a:lnTo>
                    <a:pt x="366115" y="937209"/>
                  </a:lnTo>
                  <a:lnTo>
                    <a:pt x="385000" y="986739"/>
                  </a:lnTo>
                  <a:lnTo>
                    <a:pt x="432130" y="960069"/>
                  </a:lnTo>
                  <a:lnTo>
                    <a:pt x="462953" y="924509"/>
                  </a:lnTo>
                  <a:lnTo>
                    <a:pt x="471678" y="911809"/>
                  </a:lnTo>
                  <a:lnTo>
                    <a:pt x="478764" y="901649"/>
                  </a:lnTo>
                  <a:lnTo>
                    <a:pt x="483336" y="894029"/>
                  </a:lnTo>
                  <a:lnTo>
                    <a:pt x="485495" y="886409"/>
                  </a:lnTo>
                  <a:lnTo>
                    <a:pt x="484797" y="877519"/>
                  </a:lnTo>
                  <a:lnTo>
                    <a:pt x="480669" y="852119"/>
                  </a:lnTo>
                  <a:lnTo>
                    <a:pt x="478612" y="839419"/>
                  </a:lnTo>
                  <a:lnTo>
                    <a:pt x="467283" y="788619"/>
                  </a:lnTo>
                  <a:lnTo>
                    <a:pt x="454355" y="735279"/>
                  </a:lnTo>
                  <a:lnTo>
                    <a:pt x="443318" y="685749"/>
                  </a:lnTo>
                  <a:lnTo>
                    <a:pt x="444246" y="651459"/>
                  </a:lnTo>
                  <a:lnTo>
                    <a:pt x="444347" y="647649"/>
                  </a:lnTo>
                  <a:lnTo>
                    <a:pt x="444373" y="646379"/>
                  </a:lnTo>
                  <a:lnTo>
                    <a:pt x="460260" y="624789"/>
                  </a:lnTo>
                  <a:lnTo>
                    <a:pt x="478751" y="615899"/>
                  </a:lnTo>
                  <a:lnTo>
                    <a:pt x="487641" y="613359"/>
                  </a:lnTo>
                  <a:lnTo>
                    <a:pt x="475475" y="622249"/>
                  </a:lnTo>
                  <a:lnTo>
                    <a:pt x="464680" y="634949"/>
                  </a:lnTo>
                  <a:lnTo>
                    <a:pt x="456679" y="651459"/>
                  </a:lnTo>
                  <a:lnTo>
                    <a:pt x="452932" y="669239"/>
                  </a:lnTo>
                  <a:lnTo>
                    <a:pt x="460819" y="714959"/>
                  </a:lnTo>
                  <a:lnTo>
                    <a:pt x="480479" y="784809"/>
                  </a:lnTo>
                  <a:lnTo>
                    <a:pt x="501281" y="852119"/>
                  </a:lnTo>
                  <a:lnTo>
                    <a:pt x="512572" y="885139"/>
                  </a:lnTo>
                  <a:lnTo>
                    <a:pt x="512711" y="885139"/>
                  </a:lnTo>
                  <a:lnTo>
                    <a:pt x="515670" y="892759"/>
                  </a:lnTo>
                  <a:lnTo>
                    <a:pt x="513422" y="901649"/>
                  </a:lnTo>
                  <a:lnTo>
                    <a:pt x="507657" y="906729"/>
                  </a:lnTo>
                  <a:lnTo>
                    <a:pt x="483908" y="929589"/>
                  </a:lnTo>
                  <a:lnTo>
                    <a:pt x="444055" y="968959"/>
                  </a:lnTo>
                  <a:lnTo>
                    <a:pt x="563295" y="927049"/>
                  </a:lnTo>
                  <a:lnTo>
                    <a:pt x="687311" y="769569"/>
                  </a:lnTo>
                  <a:lnTo>
                    <a:pt x="700239" y="754329"/>
                  </a:lnTo>
                  <a:lnTo>
                    <a:pt x="706882" y="744169"/>
                  </a:lnTo>
                  <a:lnTo>
                    <a:pt x="709320" y="732739"/>
                  </a:lnTo>
                  <a:lnTo>
                    <a:pt x="709676" y="716229"/>
                  </a:lnTo>
                  <a:lnTo>
                    <a:pt x="709676" y="669239"/>
                  </a:lnTo>
                  <a:lnTo>
                    <a:pt x="709676" y="617169"/>
                  </a:lnTo>
                  <a:lnTo>
                    <a:pt x="709676" y="613359"/>
                  </a:lnTo>
                  <a:lnTo>
                    <a:pt x="709676" y="492709"/>
                  </a:lnTo>
                  <a:lnTo>
                    <a:pt x="708367" y="485089"/>
                  </a:lnTo>
                  <a:lnTo>
                    <a:pt x="706005" y="478739"/>
                  </a:lnTo>
                  <a:lnTo>
                    <a:pt x="698284" y="463499"/>
                  </a:lnTo>
                  <a:lnTo>
                    <a:pt x="690181" y="453339"/>
                  </a:lnTo>
                  <a:lnTo>
                    <a:pt x="682777" y="445719"/>
                  </a:lnTo>
                  <a:lnTo>
                    <a:pt x="677113" y="434289"/>
                  </a:lnTo>
                  <a:lnTo>
                    <a:pt x="675436" y="424129"/>
                  </a:lnTo>
                  <a:lnTo>
                    <a:pt x="676173" y="415239"/>
                  </a:lnTo>
                  <a:lnTo>
                    <a:pt x="678294" y="408889"/>
                  </a:lnTo>
                  <a:lnTo>
                    <a:pt x="680758" y="402539"/>
                  </a:lnTo>
                  <a:lnTo>
                    <a:pt x="688644" y="389839"/>
                  </a:lnTo>
                  <a:lnTo>
                    <a:pt x="714667" y="347929"/>
                  </a:lnTo>
                  <a:lnTo>
                    <a:pt x="716851" y="344119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4BDC7D5-2C72-A9B7-AD7E-21BBDEE31354}"/>
              </a:ext>
            </a:extLst>
          </p:cNvPr>
          <p:cNvSpPr txBox="1"/>
          <p:nvPr/>
        </p:nvSpPr>
        <p:spPr>
          <a:xfrm>
            <a:off x="9043983" y="1761347"/>
            <a:ext cx="2016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rgbClr val="2D1A46"/>
                </a:solidFill>
                <a:latin typeface="Mongolian Baiti"/>
                <a:cs typeface="Mongolian Baiti"/>
              </a:rPr>
              <a:t>BeFin™</a:t>
            </a:r>
            <a:endParaRPr lang="en-E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25" y="5818"/>
            <a:ext cx="20076174" cy="1130273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6451" y="26471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F1F1F1">
              <a:alpha val="7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35"/>
              </a:spcBef>
            </a:pPr>
            <a:r>
              <a:rPr dirty="0"/>
              <a:t>¿Por</a:t>
            </a:r>
            <a:r>
              <a:rPr spc="-5" dirty="0"/>
              <a:t> </a:t>
            </a:r>
            <a:r>
              <a:rPr dirty="0"/>
              <a:t>qué</a:t>
            </a:r>
            <a:r>
              <a:rPr spc="-5" dirty="0"/>
              <a:t> </a:t>
            </a:r>
            <a:r>
              <a:rPr dirty="0"/>
              <a:t>tantas</a:t>
            </a:r>
            <a:r>
              <a:rPr spc="-5" dirty="0"/>
              <a:t> </a:t>
            </a:r>
            <a:r>
              <a:rPr dirty="0"/>
              <a:t>Pymes</a:t>
            </a:r>
            <a:r>
              <a:rPr spc="-5" dirty="0"/>
              <a:t> </a:t>
            </a:r>
            <a:r>
              <a:rPr dirty="0"/>
              <a:t>no </a:t>
            </a:r>
            <a:r>
              <a:rPr spc="-10" dirty="0"/>
              <a:t>prosperan?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36965" y="2725293"/>
            <a:ext cx="7924800" cy="352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5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2150" spc="-4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2D1A46"/>
                </a:solidFill>
                <a:latin typeface="Times New Roman"/>
                <a:cs typeface="Times New Roman"/>
              </a:rPr>
              <a:t>las</a:t>
            </a:r>
            <a:r>
              <a:rPr sz="2150" spc="-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2D1A46"/>
                </a:solidFill>
                <a:latin typeface="Times New Roman"/>
                <a:cs typeface="Times New Roman"/>
              </a:rPr>
              <a:t>empresas</a:t>
            </a:r>
            <a:r>
              <a:rPr sz="2150" spc="-4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2D1A46"/>
                </a:solidFill>
                <a:latin typeface="Times New Roman"/>
                <a:cs typeface="Times New Roman"/>
              </a:rPr>
              <a:t>que</a:t>
            </a:r>
            <a:r>
              <a:rPr sz="2150" spc="-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2D1A46"/>
                </a:solidFill>
                <a:latin typeface="Times New Roman"/>
                <a:cs typeface="Times New Roman"/>
              </a:rPr>
              <a:t>fracasan</a:t>
            </a:r>
            <a:r>
              <a:rPr sz="2150" spc="-4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2D1A46"/>
                </a:solidFill>
                <a:latin typeface="Times New Roman"/>
                <a:cs typeface="Times New Roman"/>
              </a:rPr>
              <a:t>el</a:t>
            </a:r>
            <a:r>
              <a:rPr sz="2150" spc="-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2D1A46"/>
                </a:solidFill>
                <a:latin typeface="Times New Roman"/>
                <a:cs typeface="Times New Roman"/>
              </a:rPr>
              <a:t>80%</a:t>
            </a:r>
            <a:r>
              <a:rPr sz="2150" spc="-4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2D1A46"/>
                </a:solidFill>
                <a:latin typeface="Times New Roman"/>
                <a:cs typeface="Times New Roman"/>
              </a:rPr>
              <a:t>es</a:t>
            </a:r>
            <a:r>
              <a:rPr sz="2150" spc="-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2D1A46"/>
                </a:solidFill>
                <a:latin typeface="Times New Roman"/>
                <a:cs typeface="Times New Roman"/>
              </a:rPr>
              <a:t>por</a:t>
            </a:r>
            <a:r>
              <a:rPr sz="2150" spc="-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2D1A46"/>
                </a:solidFill>
                <a:latin typeface="Times New Roman"/>
                <a:cs typeface="Times New Roman"/>
              </a:rPr>
              <a:t>una</a:t>
            </a:r>
            <a:r>
              <a:rPr sz="2150" spc="-4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2D1A46"/>
                </a:solidFill>
                <a:latin typeface="Times New Roman"/>
                <a:cs typeface="Times New Roman"/>
              </a:rPr>
              <a:t>mala</a:t>
            </a:r>
            <a:r>
              <a:rPr sz="2150" spc="-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2D1A46"/>
                </a:solidFill>
                <a:latin typeface="Times New Roman"/>
                <a:cs typeface="Times New Roman"/>
              </a:rPr>
              <a:t>gestión</a:t>
            </a:r>
            <a:r>
              <a:rPr sz="2150" spc="-4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spc="-10" dirty="0">
                <a:solidFill>
                  <a:srgbClr val="2D1A46"/>
                </a:solidFill>
                <a:latin typeface="Times New Roman"/>
                <a:cs typeface="Times New Roman"/>
              </a:rPr>
              <a:t>financiera.</a:t>
            </a:r>
            <a:endParaRPr sz="215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359968" y="5675593"/>
            <a:ext cx="2955290" cy="2029460"/>
            <a:chOff x="10359968" y="5675593"/>
            <a:chExt cx="2955290" cy="202946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14672" y="7367952"/>
              <a:ext cx="94646" cy="9464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365203" y="5680829"/>
              <a:ext cx="2944495" cy="2019300"/>
            </a:xfrm>
            <a:custGeom>
              <a:avLst/>
              <a:gdLst/>
              <a:ahLst/>
              <a:cxnLst/>
              <a:rect l="l" t="t" r="r" b="b"/>
              <a:pathLst>
                <a:path w="2944494" h="2019300">
                  <a:moveTo>
                    <a:pt x="2842133" y="0"/>
                  </a:moveTo>
                  <a:lnTo>
                    <a:pt x="102153" y="0"/>
                  </a:lnTo>
                  <a:lnTo>
                    <a:pt x="62391" y="8027"/>
                  </a:lnTo>
                  <a:lnTo>
                    <a:pt x="29920" y="29919"/>
                  </a:lnTo>
                  <a:lnTo>
                    <a:pt x="8027" y="62387"/>
                  </a:lnTo>
                  <a:lnTo>
                    <a:pt x="0" y="102143"/>
                  </a:lnTo>
                  <a:lnTo>
                    <a:pt x="0" y="1916716"/>
                  </a:lnTo>
                  <a:lnTo>
                    <a:pt x="8027" y="1956479"/>
                  </a:lnTo>
                  <a:lnTo>
                    <a:pt x="29920" y="1988949"/>
                  </a:lnTo>
                  <a:lnTo>
                    <a:pt x="62391" y="2010842"/>
                  </a:lnTo>
                  <a:lnTo>
                    <a:pt x="102153" y="2018870"/>
                  </a:lnTo>
                  <a:lnTo>
                    <a:pt x="2842133" y="2018870"/>
                  </a:lnTo>
                  <a:lnTo>
                    <a:pt x="2881895" y="2010842"/>
                  </a:lnTo>
                  <a:lnTo>
                    <a:pt x="2914366" y="1988949"/>
                  </a:lnTo>
                  <a:lnTo>
                    <a:pt x="2936259" y="1956479"/>
                  </a:lnTo>
                  <a:lnTo>
                    <a:pt x="2944287" y="1916716"/>
                  </a:lnTo>
                  <a:lnTo>
                    <a:pt x="2944287" y="102143"/>
                  </a:lnTo>
                  <a:lnTo>
                    <a:pt x="2936259" y="62387"/>
                  </a:lnTo>
                  <a:lnTo>
                    <a:pt x="2914366" y="29919"/>
                  </a:lnTo>
                  <a:lnTo>
                    <a:pt x="2881895" y="8027"/>
                  </a:lnTo>
                  <a:lnTo>
                    <a:pt x="28421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365203" y="5680829"/>
              <a:ext cx="2944495" cy="2019300"/>
            </a:xfrm>
            <a:custGeom>
              <a:avLst/>
              <a:gdLst/>
              <a:ahLst/>
              <a:cxnLst/>
              <a:rect l="l" t="t" r="r" b="b"/>
              <a:pathLst>
                <a:path w="2944494" h="2019300">
                  <a:moveTo>
                    <a:pt x="0" y="1916716"/>
                  </a:moveTo>
                  <a:lnTo>
                    <a:pt x="0" y="102143"/>
                  </a:lnTo>
                  <a:lnTo>
                    <a:pt x="8027" y="62387"/>
                  </a:lnTo>
                  <a:lnTo>
                    <a:pt x="29920" y="29919"/>
                  </a:lnTo>
                  <a:lnTo>
                    <a:pt x="62391" y="8027"/>
                  </a:lnTo>
                  <a:lnTo>
                    <a:pt x="102153" y="0"/>
                  </a:lnTo>
                  <a:lnTo>
                    <a:pt x="2842133" y="0"/>
                  </a:lnTo>
                  <a:lnTo>
                    <a:pt x="2881895" y="8027"/>
                  </a:lnTo>
                  <a:lnTo>
                    <a:pt x="2914366" y="29919"/>
                  </a:lnTo>
                  <a:lnTo>
                    <a:pt x="2936259" y="62387"/>
                  </a:lnTo>
                  <a:lnTo>
                    <a:pt x="2944287" y="102143"/>
                  </a:lnTo>
                  <a:lnTo>
                    <a:pt x="2944287" y="1916716"/>
                  </a:lnTo>
                  <a:lnTo>
                    <a:pt x="2936259" y="1956479"/>
                  </a:lnTo>
                  <a:lnTo>
                    <a:pt x="2914366" y="1988949"/>
                  </a:lnTo>
                  <a:lnTo>
                    <a:pt x="2881895" y="2010842"/>
                  </a:lnTo>
                  <a:lnTo>
                    <a:pt x="2842133" y="2018870"/>
                  </a:lnTo>
                  <a:lnTo>
                    <a:pt x="102153" y="2018870"/>
                  </a:lnTo>
                  <a:lnTo>
                    <a:pt x="62391" y="2010842"/>
                  </a:lnTo>
                  <a:lnTo>
                    <a:pt x="29920" y="1988949"/>
                  </a:lnTo>
                  <a:lnTo>
                    <a:pt x="8027" y="1956479"/>
                  </a:lnTo>
                  <a:lnTo>
                    <a:pt x="0" y="1916716"/>
                  </a:lnTo>
                  <a:close/>
                </a:path>
              </a:pathLst>
            </a:custGeom>
            <a:ln w="10470">
              <a:solidFill>
                <a:srgbClr val="FCC6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761636" y="6312304"/>
            <a:ext cx="3394710" cy="710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700"/>
              </a:lnSpc>
              <a:spcBef>
                <a:spcPts val="95"/>
              </a:spcBef>
            </a:pPr>
            <a:r>
              <a:rPr sz="2250" b="1" dirty="0">
                <a:solidFill>
                  <a:srgbClr val="2D1A46"/>
                </a:solidFill>
                <a:latin typeface="Times New Roman"/>
                <a:cs typeface="Times New Roman"/>
              </a:rPr>
              <a:t>Reduce</a:t>
            </a:r>
            <a:r>
              <a:rPr sz="2250" b="1" spc="-6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250" b="1" dirty="0">
                <a:solidFill>
                  <a:srgbClr val="2D1A46"/>
                </a:solidFill>
                <a:latin typeface="Times New Roman"/>
                <a:cs typeface="Times New Roman"/>
              </a:rPr>
              <a:t>un</a:t>
            </a:r>
            <a:r>
              <a:rPr sz="2250" b="1" spc="-5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250" b="1" spc="-25" dirty="0">
                <a:solidFill>
                  <a:srgbClr val="2D1A46"/>
                </a:solidFill>
                <a:latin typeface="Times New Roman"/>
                <a:cs typeface="Times New Roman"/>
              </a:rPr>
              <a:t>80%</a:t>
            </a: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ts val="2700"/>
              </a:lnSpc>
            </a:pPr>
            <a:r>
              <a:rPr sz="2250" dirty="0">
                <a:solidFill>
                  <a:srgbClr val="2D1A46"/>
                </a:solidFill>
                <a:latin typeface="Times New Roman"/>
                <a:cs typeface="Times New Roman"/>
              </a:rPr>
              <a:t>la</a:t>
            </a:r>
            <a:r>
              <a:rPr sz="2250" spc="-5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2D1A46"/>
                </a:solidFill>
                <a:latin typeface="Times New Roman"/>
                <a:cs typeface="Times New Roman"/>
              </a:rPr>
              <a:t>probalilidad</a:t>
            </a:r>
            <a:r>
              <a:rPr sz="2250" spc="-5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2250" spc="-5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250" spc="-10" dirty="0">
                <a:solidFill>
                  <a:srgbClr val="2D1A46"/>
                </a:solidFill>
                <a:latin typeface="Times New Roman"/>
                <a:cs typeface="Times New Roman"/>
              </a:rPr>
              <a:t>insolvencia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67925" y="5774525"/>
            <a:ext cx="2314575" cy="171513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250" dirty="0">
                <a:solidFill>
                  <a:srgbClr val="2D1A46"/>
                </a:solidFill>
                <a:latin typeface="Times New Roman"/>
                <a:cs typeface="Times New Roman"/>
              </a:rPr>
              <a:t>El</a:t>
            </a:r>
            <a:r>
              <a:rPr sz="2250" spc="-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2D1A46"/>
                </a:solidFill>
                <a:latin typeface="Times New Roman"/>
                <a:cs typeface="Times New Roman"/>
              </a:rPr>
              <a:t>control</a:t>
            </a:r>
            <a:r>
              <a:rPr sz="2250" spc="-4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250" spc="-25" dirty="0">
                <a:solidFill>
                  <a:srgbClr val="2D1A46"/>
                </a:solidFill>
                <a:latin typeface="Times New Roman"/>
                <a:cs typeface="Times New Roman"/>
              </a:rPr>
              <a:t>de:</a:t>
            </a:r>
            <a:endParaRPr sz="2250">
              <a:latin typeface="Times New Roman"/>
              <a:cs typeface="Times New Roman"/>
            </a:endParaRPr>
          </a:p>
          <a:p>
            <a:pPr marL="200025" indent="-187325">
              <a:lnSpc>
                <a:spcPct val="100000"/>
              </a:lnSpc>
              <a:spcBef>
                <a:spcPts val="625"/>
              </a:spcBef>
              <a:buChar char="•"/>
              <a:tabLst>
                <a:tab pos="200025" algn="l"/>
              </a:tabLst>
            </a:pPr>
            <a:r>
              <a:rPr sz="2250" dirty="0">
                <a:solidFill>
                  <a:srgbClr val="2D1A46"/>
                </a:solidFill>
                <a:latin typeface="Times New Roman"/>
                <a:cs typeface="Times New Roman"/>
              </a:rPr>
              <a:t>Flujo</a:t>
            </a:r>
            <a:r>
              <a:rPr sz="2250" spc="-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25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2250" spc="-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250" spc="-20" dirty="0">
                <a:solidFill>
                  <a:srgbClr val="2D1A46"/>
                </a:solidFill>
                <a:latin typeface="Times New Roman"/>
                <a:cs typeface="Times New Roman"/>
              </a:rPr>
              <a:t>caja</a:t>
            </a:r>
            <a:endParaRPr sz="2250">
              <a:latin typeface="Times New Roman"/>
              <a:cs typeface="Times New Roman"/>
            </a:endParaRPr>
          </a:p>
          <a:p>
            <a:pPr marL="200025" indent="-187325">
              <a:lnSpc>
                <a:spcPct val="100000"/>
              </a:lnSpc>
              <a:spcBef>
                <a:spcPts val="625"/>
              </a:spcBef>
              <a:buChar char="•"/>
              <a:tabLst>
                <a:tab pos="200025" algn="l"/>
              </a:tabLst>
            </a:pPr>
            <a:r>
              <a:rPr sz="2250" spc="-10" dirty="0">
                <a:solidFill>
                  <a:srgbClr val="2D1A46"/>
                </a:solidFill>
                <a:latin typeface="Times New Roman"/>
                <a:cs typeface="Times New Roman"/>
              </a:rPr>
              <a:t>Planificación</a:t>
            </a:r>
            <a:endParaRPr sz="2250">
              <a:latin typeface="Times New Roman"/>
              <a:cs typeface="Times New Roman"/>
            </a:endParaRPr>
          </a:p>
          <a:p>
            <a:pPr marL="200025" indent="-187325">
              <a:lnSpc>
                <a:spcPct val="100000"/>
              </a:lnSpc>
              <a:spcBef>
                <a:spcPts val="630"/>
              </a:spcBef>
              <a:buChar char="•"/>
              <a:tabLst>
                <a:tab pos="200025" algn="l"/>
              </a:tabLst>
            </a:pPr>
            <a:r>
              <a:rPr sz="2250" dirty="0">
                <a:solidFill>
                  <a:srgbClr val="2D1A46"/>
                </a:solidFill>
                <a:latin typeface="Times New Roman"/>
                <a:cs typeface="Times New Roman"/>
              </a:rPr>
              <a:t>Control</a:t>
            </a:r>
            <a:r>
              <a:rPr sz="2250" spc="-7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250" spc="-10" dirty="0">
                <a:solidFill>
                  <a:srgbClr val="2D1A46"/>
                </a:solidFill>
                <a:latin typeface="Times New Roman"/>
                <a:cs typeface="Times New Roman"/>
              </a:rPr>
              <a:t>financiero</a:t>
            </a:r>
            <a:endParaRPr sz="22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765689" y="6304653"/>
            <a:ext cx="692785" cy="771525"/>
            <a:chOff x="13765689" y="6304653"/>
            <a:chExt cx="692785" cy="771525"/>
          </a:xfrm>
        </p:grpSpPr>
        <p:sp>
          <p:nvSpPr>
            <p:cNvPr id="18" name="object 18"/>
            <p:cNvSpPr/>
            <p:nvPr/>
          </p:nvSpPr>
          <p:spPr>
            <a:xfrm>
              <a:off x="14058187" y="6304653"/>
              <a:ext cx="400685" cy="771525"/>
            </a:xfrm>
            <a:custGeom>
              <a:avLst/>
              <a:gdLst/>
              <a:ahLst/>
              <a:cxnLst/>
              <a:rect l="l" t="t" r="r" b="b"/>
              <a:pathLst>
                <a:path w="400684" h="771525">
                  <a:moveTo>
                    <a:pt x="14680" y="0"/>
                  </a:moveTo>
                  <a:lnTo>
                    <a:pt x="0" y="14680"/>
                  </a:lnTo>
                  <a:lnTo>
                    <a:pt x="370920" y="385611"/>
                  </a:lnTo>
                  <a:lnTo>
                    <a:pt x="0" y="756531"/>
                  </a:lnTo>
                  <a:lnTo>
                    <a:pt x="14680" y="771222"/>
                  </a:lnTo>
                  <a:lnTo>
                    <a:pt x="400291" y="385611"/>
                  </a:lnTo>
                  <a:lnTo>
                    <a:pt x="14680" y="0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911938" y="6304653"/>
              <a:ext cx="400685" cy="771525"/>
            </a:xfrm>
            <a:custGeom>
              <a:avLst/>
              <a:gdLst/>
              <a:ahLst/>
              <a:cxnLst/>
              <a:rect l="l" t="t" r="r" b="b"/>
              <a:pathLst>
                <a:path w="400684" h="771525">
                  <a:moveTo>
                    <a:pt x="14680" y="0"/>
                  </a:moveTo>
                  <a:lnTo>
                    <a:pt x="0" y="14680"/>
                  </a:lnTo>
                  <a:lnTo>
                    <a:pt x="370920" y="385611"/>
                  </a:lnTo>
                  <a:lnTo>
                    <a:pt x="0" y="756531"/>
                  </a:lnTo>
                  <a:lnTo>
                    <a:pt x="14680" y="771222"/>
                  </a:lnTo>
                  <a:lnTo>
                    <a:pt x="400291" y="385611"/>
                  </a:lnTo>
                  <a:lnTo>
                    <a:pt x="14680" y="0"/>
                  </a:lnTo>
                  <a:close/>
                </a:path>
              </a:pathLst>
            </a:custGeom>
            <a:solidFill>
              <a:srgbClr val="2D1A46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765689" y="6304653"/>
              <a:ext cx="400685" cy="771525"/>
            </a:xfrm>
            <a:custGeom>
              <a:avLst/>
              <a:gdLst/>
              <a:ahLst/>
              <a:cxnLst/>
              <a:rect l="l" t="t" r="r" b="b"/>
              <a:pathLst>
                <a:path w="400684" h="771525">
                  <a:moveTo>
                    <a:pt x="14680" y="0"/>
                  </a:moveTo>
                  <a:lnTo>
                    <a:pt x="0" y="14680"/>
                  </a:lnTo>
                  <a:lnTo>
                    <a:pt x="370920" y="385611"/>
                  </a:lnTo>
                  <a:lnTo>
                    <a:pt x="0" y="756531"/>
                  </a:lnTo>
                  <a:lnTo>
                    <a:pt x="14680" y="771222"/>
                  </a:lnTo>
                  <a:lnTo>
                    <a:pt x="400291" y="385611"/>
                  </a:lnTo>
                  <a:lnTo>
                    <a:pt x="14680" y="0"/>
                  </a:lnTo>
                  <a:close/>
                </a:path>
              </a:pathLst>
            </a:custGeom>
            <a:solidFill>
              <a:srgbClr val="2D1A46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0663046" y="4393133"/>
            <a:ext cx="7273925" cy="640080"/>
          </a:xfrm>
          <a:prstGeom prst="rect">
            <a:avLst/>
          </a:prstGeom>
          <a:solidFill>
            <a:srgbClr val="FCC645"/>
          </a:solidFill>
        </p:spPr>
        <p:txBody>
          <a:bodyPr vert="horz" wrap="square" lIns="0" tIns="111760" rIns="0" bIns="0" rtlCol="0">
            <a:spAutoFit/>
          </a:bodyPr>
          <a:lstStyle/>
          <a:p>
            <a:pPr marL="308610">
              <a:lnSpc>
                <a:spcPct val="100000"/>
              </a:lnSpc>
              <a:spcBef>
                <a:spcPts val="880"/>
              </a:spcBef>
            </a:pPr>
            <a:r>
              <a:rPr sz="2450" b="1" dirty="0">
                <a:solidFill>
                  <a:srgbClr val="2D1A46"/>
                </a:solidFill>
                <a:latin typeface="Times New Roman"/>
                <a:cs typeface="Times New Roman"/>
              </a:rPr>
              <a:t>Más</a:t>
            </a:r>
            <a:r>
              <a:rPr sz="2450" b="1" spc="5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450" b="1" dirty="0">
                <a:solidFill>
                  <a:srgbClr val="2D1A46"/>
                </a:solidFill>
                <a:latin typeface="Times New Roman"/>
                <a:cs typeface="Times New Roman"/>
              </a:rPr>
              <a:t>estructura</a:t>
            </a:r>
            <a:r>
              <a:rPr sz="2450" b="1" spc="5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450" b="1" dirty="0">
                <a:solidFill>
                  <a:srgbClr val="2D1A46"/>
                </a:solidFill>
                <a:latin typeface="Times New Roman"/>
                <a:cs typeface="Times New Roman"/>
              </a:rPr>
              <a:t>financiera</a:t>
            </a:r>
            <a:r>
              <a:rPr sz="2450" b="1" spc="5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450" b="1" dirty="0">
                <a:solidFill>
                  <a:srgbClr val="2D1A46"/>
                </a:solidFill>
                <a:latin typeface="Times New Roman"/>
                <a:cs typeface="Times New Roman"/>
              </a:rPr>
              <a:t>=</a:t>
            </a:r>
            <a:r>
              <a:rPr sz="2450" b="1" spc="6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450" b="1" dirty="0">
                <a:solidFill>
                  <a:srgbClr val="2D1A46"/>
                </a:solidFill>
                <a:latin typeface="Times New Roman"/>
                <a:cs typeface="Times New Roman"/>
              </a:rPr>
              <a:t>Mayor</a:t>
            </a:r>
            <a:r>
              <a:rPr sz="2450" b="1" spc="-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45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supervivencia</a:t>
            </a:r>
            <a:endParaRPr sz="2450">
              <a:latin typeface="Times New Roman"/>
              <a:cs typeface="Times New Roman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37100" y="2830128"/>
            <a:ext cx="6578365" cy="657837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374FD19-6E67-052F-C202-22A9EC895837}"/>
              </a:ext>
            </a:extLst>
          </p:cNvPr>
          <p:cNvSpPr txBox="1"/>
          <p:nvPr/>
        </p:nvSpPr>
        <p:spPr>
          <a:xfrm>
            <a:off x="9198544" y="10721292"/>
            <a:ext cx="2016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rgbClr val="2D1A46"/>
                </a:solidFill>
                <a:latin typeface="Mongolian Baiti"/>
                <a:cs typeface="Mongolian Baiti"/>
              </a:rPr>
              <a:t>BeFin™</a:t>
            </a:r>
            <a:endParaRPr lang="en-ES" sz="2400" dirty="0"/>
          </a:p>
        </p:txBody>
      </p:sp>
      <p:sp>
        <p:nvSpPr>
          <p:cNvPr id="23" name="object 23"/>
          <p:cNvSpPr txBox="1"/>
          <p:nvPr/>
        </p:nvSpPr>
        <p:spPr>
          <a:xfrm>
            <a:off x="1136960" y="9147116"/>
            <a:ext cx="819975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Los</a:t>
            </a:r>
            <a:r>
              <a:rPr sz="2050" spc="-5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datos</a:t>
            </a:r>
            <a:r>
              <a:rPr sz="2050" spc="-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reflejan</a:t>
            </a:r>
            <a:r>
              <a:rPr sz="2050" spc="-5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el</a:t>
            </a:r>
            <a:r>
              <a:rPr sz="2050" spc="-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beneficio</a:t>
            </a:r>
            <a:r>
              <a:rPr sz="2050" spc="-5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2050" spc="-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b="1" dirty="0">
                <a:solidFill>
                  <a:srgbClr val="2D1A46"/>
                </a:solidFill>
                <a:latin typeface="Times New Roman"/>
                <a:cs typeface="Times New Roman"/>
              </a:rPr>
              <a:t>contar</a:t>
            </a:r>
            <a:r>
              <a:rPr sz="2050" b="1" spc="-8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b="1" dirty="0">
                <a:solidFill>
                  <a:srgbClr val="2D1A46"/>
                </a:solidFill>
                <a:latin typeface="Times New Roman"/>
                <a:cs typeface="Times New Roman"/>
              </a:rPr>
              <a:t>con</a:t>
            </a:r>
            <a:r>
              <a:rPr sz="2050" b="1" spc="-5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b="1" dirty="0">
                <a:solidFill>
                  <a:srgbClr val="2D1A46"/>
                </a:solidFill>
                <a:latin typeface="Times New Roman"/>
                <a:cs typeface="Times New Roman"/>
              </a:rPr>
              <a:t>una</a:t>
            </a:r>
            <a:r>
              <a:rPr sz="2050" b="1" spc="-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b="1" dirty="0">
                <a:solidFill>
                  <a:srgbClr val="2D1A46"/>
                </a:solidFill>
                <a:latin typeface="Times New Roman"/>
                <a:cs typeface="Times New Roman"/>
              </a:rPr>
              <a:t>buena</a:t>
            </a:r>
            <a:r>
              <a:rPr sz="2050" b="1" spc="-5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dirección</a:t>
            </a:r>
            <a:r>
              <a:rPr sz="2050" b="1" spc="-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financiera</a:t>
            </a:r>
            <a:endParaRPr sz="2050">
              <a:latin typeface="Times New Roman"/>
              <a:cs typeface="Times New Roman"/>
            </a:endParaRPr>
          </a:p>
        </p:txBody>
      </p:sp>
      <p:grpSp>
        <p:nvGrpSpPr>
          <p:cNvPr id="25" name="object 6">
            <a:extLst>
              <a:ext uri="{FF2B5EF4-FFF2-40B4-BE49-F238E27FC236}">
                <a16:creationId xmlns:a16="http://schemas.microsoft.com/office/drawing/2014/main" id="{6B1868E1-6E33-F6E4-5D3E-A778A5530FF8}"/>
              </a:ext>
            </a:extLst>
          </p:cNvPr>
          <p:cNvGrpSpPr/>
          <p:nvPr/>
        </p:nvGrpSpPr>
        <p:grpSpPr>
          <a:xfrm>
            <a:off x="9956100" y="10023424"/>
            <a:ext cx="501015" cy="697868"/>
            <a:chOff x="9694612" y="766700"/>
            <a:chExt cx="716915" cy="986790"/>
          </a:xfrm>
        </p:grpSpPr>
        <p:pic>
          <p:nvPicPr>
            <p:cNvPr id="26" name="object 7">
              <a:extLst>
                <a:ext uri="{FF2B5EF4-FFF2-40B4-BE49-F238E27FC236}">
                  <a16:creationId xmlns:a16="http://schemas.microsoft.com/office/drawing/2014/main" id="{539F8F05-3F7A-3847-DE7C-731B99CC0E3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31758" y="945506"/>
              <a:ext cx="240579" cy="79665"/>
            </a:xfrm>
            <a:prstGeom prst="rect">
              <a:avLst/>
            </a:prstGeom>
          </p:spPr>
        </p:pic>
        <p:sp>
          <p:nvSpPr>
            <p:cNvPr id="27" name="object 8">
              <a:extLst>
                <a:ext uri="{FF2B5EF4-FFF2-40B4-BE49-F238E27FC236}">
                  <a16:creationId xmlns:a16="http://schemas.microsoft.com/office/drawing/2014/main" id="{FE692B07-E269-FCB7-A90A-2D1A0B8718B1}"/>
                </a:ext>
              </a:extLst>
            </p:cNvPr>
            <p:cNvSpPr/>
            <p:nvPr/>
          </p:nvSpPr>
          <p:spPr>
            <a:xfrm>
              <a:off x="9694609" y="766704"/>
              <a:ext cx="716915" cy="986790"/>
            </a:xfrm>
            <a:custGeom>
              <a:avLst/>
              <a:gdLst/>
              <a:ahLst/>
              <a:cxnLst/>
              <a:rect l="l" t="t" r="r" b="b"/>
              <a:pathLst>
                <a:path w="716915" h="986789">
                  <a:moveTo>
                    <a:pt x="211074" y="43116"/>
                  </a:moveTo>
                  <a:lnTo>
                    <a:pt x="209130" y="33489"/>
                  </a:lnTo>
                  <a:lnTo>
                    <a:pt x="203822" y="25628"/>
                  </a:lnTo>
                  <a:lnTo>
                    <a:pt x="195973" y="20332"/>
                  </a:lnTo>
                  <a:lnTo>
                    <a:pt x="186347" y="18389"/>
                  </a:lnTo>
                  <a:lnTo>
                    <a:pt x="176720" y="20332"/>
                  </a:lnTo>
                  <a:lnTo>
                    <a:pt x="168871" y="25628"/>
                  </a:lnTo>
                  <a:lnTo>
                    <a:pt x="163563" y="33489"/>
                  </a:lnTo>
                  <a:lnTo>
                    <a:pt x="161620" y="43116"/>
                  </a:lnTo>
                  <a:lnTo>
                    <a:pt x="163563" y="52730"/>
                  </a:lnTo>
                  <a:lnTo>
                    <a:pt x="168871" y="60591"/>
                  </a:lnTo>
                  <a:lnTo>
                    <a:pt x="176720" y="65887"/>
                  </a:lnTo>
                  <a:lnTo>
                    <a:pt x="186347" y="67830"/>
                  </a:lnTo>
                  <a:lnTo>
                    <a:pt x="195973" y="65887"/>
                  </a:lnTo>
                  <a:lnTo>
                    <a:pt x="203822" y="60591"/>
                  </a:lnTo>
                  <a:lnTo>
                    <a:pt x="209130" y="52730"/>
                  </a:lnTo>
                  <a:lnTo>
                    <a:pt x="211074" y="43116"/>
                  </a:lnTo>
                  <a:close/>
                </a:path>
                <a:path w="716915" h="986789">
                  <a:moveTo>
                    <a:pt x="383235" y="24726"/>
                  </a:moveTo>
                  <a:lnTo>
                    <a:pt x="381292" y="15100"/>
                  </a:lnTo>
                  <a:lnTo>
                    <a:pt x="375996" y="7239"/>
                  </a:lnTo>
                  <a:lnTo>
                    <a:pt x="368134" y="1943"/>
                  </a:lnTo>
                  <a:lnTo>
                    <a:pt x="358508" y="0"/>
                  </a:lnTo>
                  <a:lnTo>
                    <a:pt x="348894" y="1943"/>
                  </a:lnTo>
                  <a:lnTo>
                    <a:pt x="341033" y="7239"/>
                  </a:lnTo>
                  <a:lnTo>
                    <a:pt x="335737" y="15100"/>
                  </a:lnTo>
                  <a:lnTo>
                    <a:pt x="333794" y="24726"/>
                  </a:lnTo>
                  <a:lnTo>
                    <a:pt x="335737" y="34340"/>
                  </a:lnTo>
                  <a:lnTo>
                    <a:pt x="341033" y="42202"/>
                  </a:lnTo>
                  <a:lnTo>
                    <a:pt x="348894" y="47498"/>
                  </a:lnTo>
                  <a:lnTo>
                    <a:pt x="358508" y="49441"/>
                  </a:lnTo>
                  <a:lnTo>
                    <a:pt x="368134" y="47498"/>
                  </a:lnTo>
                  <a:lnTo>
                    <a:pt x="375996" y="42202"/>
                  </a:lnTo>
                  <a:lnTo>
                    <a:pt x="381292" y="34340"/>
                  </a:lnTo>
                  <a:lnTo>
                    <a:pt x="383235" y="24726"/>
                  </a:lnTo>
                  <a:close/>
                </a:path>
                <a:path w="716915" h="986789">
                  <a:moveTo>
                    <a:pt x="521119" y="87757"/>
                  </a:moveTo>
                  <a:lnTo>
                    <a:pt x="512000" y="85051"/>
                  </a:lnTo>
                  <a:lnTo>
                    <a:pt x="506552" y="82245"/>
                  </a:lnTo>
                  <a:lnTo>
                    <a:pt x="502589" y="77647"/>
                  </a:lnTo>
                  <a:lnTo>
                    <a:pt x="497941" y="69532"/>
                  </a:lnTo>
                  <a:lnTo>
                    <a:pt x="467982" y="94754"/>
                  </a:lnTo>
                  <a:lnTo>
                    <a:pt x="445846" y="102298"/>
                  </a:lnTo>
                  <a:lnTo>
                    <a:pt x="420598" y="91389"/>
                  </a:lnTo>
                  <a:lnTo>
                    <a:pt x="381304" y="61252"/>
                  </a:lnTo>
                  <a:lnTo>
                    <a:pt x="369951" y="72059"/>
                  </a:lnTo>
                  <a:lnTo>
                    <a:pt x="361226" y="75666"/>
                  </a:lnTo>
                  <a:lnTo>
                    <a:pt x="350697" y="72059"/>
                  </a:lnTo>
                  <a:lnTo>
                    <a:pt x="333933" y="61252"/>
                  </a:lnTo>
                  <a:lnTo>
                    <a:pt x="305663" y="90652"/>
                  </a:lnTo>
                  <a:lnTo>
                    <a:pt x="284226" y="101346"/>
                  </a:lnTo>
                  <a:lnTo>
                    <a:pt x="258826" y="94145"/>
                  </a:lnTo>
                  <a:lnTo>
                    <a:pt x="218630" y="69862"/>
                  </a:lnTo>
                  <a:lnTo>
                    <a:pt x="214718" y="77012"/>
                  </a:lnTo>
                  <a:lnTo>
                    <a:pt x="210972" y="81127"/>
                  </a:lnTo>
                  <a:lnTo>
                    <a:pt x="205168" y="83756"/>
                  </a:lnTo>
                  <a:lnTo>
                    <a:pt x="195097" y="86436"/>
                  </a:lnTo>
                  <a:lnTo>
                    <a:pt x="237185" y="185166"/>
                  </a:lnTo>
                  <a:lnTo>
                    <a:pt x="317538" y="170065"/>
                  </a:lnTo>
                  <a:lnTo>
                    <a:pt x="369379" y="165036"/>
                  </a:lnTo>
                  <a:lnTo>
                    <a:pt x="415264" y="170065"/>
                  </a:lnTo>
                  <a:lnTo>
                    <a:pt x="477723" y="185166"/>
                  </a:lnTo>
                  <a:lnTo>
                    <a:pt x="521119" y="87757"/>
                  </a:lnTo>
                  <a:close/>
                </a:path>
                <a:path w="716915" h="986789">
                  <a:moveTo>
                    <a:pt x="554697" y="43116"/>
                  </a:moveTo>
                  <a:lnTo>
                    <a:pt x="552754" y="33489"/>
                  </a:lnTo>
                  <a:lnTo>
                    <a:pt x="547458" y="25628"/>
                  </a:lnTo>
                  <a:lnTo>
                    <a:pt x="539597" y="20332"/>
                  </a:lnTo>
                  <a:lnTo>
                    <a:pt x="529971" y="18389"/>
                  </a:lnTo>
                  <a:lnTo>
                    <a:pt x="520344" y="20332"/>
                  </a:lnTo>
                  <a:lnTo>
                    <a:pt x="512495" y="25628"/>
                  </a:lnTo>
                  <a:lnTo>
                    <a:pt x="507187" y="33489"/>
                  </a:lnTo>
                  <a:lnTo>
                    <a:pt x="505256" y="43116"/>
                  </a:lnTo>
                  <a:lnTo>
                    <a:pt x="507187" y="52730"/>
                  </a:lnTo>
                  <a:lnTo>
                    <a:pt x="512495" y="60591"/>
                  </a:lnTo>
                  <a:lnTo>
                    <a:pt x="520344" y="65887"/>
                  </a:lnTo>
                  <a:lnTo>
                    <a:pt x="529971" y="67830"/>
                  </a:lnTo>
                  <a:lnTo>
                    <a:pt x="539597" y="65887"/>
                  </a:lnTo>
                  <a:lnTo>
                    <a:pt x="547458" y="60591"/>
                  </a:lnTo>
                  <a:lnTo>
                    <a:pt x="552754" y="52730"/>
                  </a:lnTo>
                  <a:lnTo>
                    <a:pt x="554697" y="43116"/>
                  </a:lnTo>
                  <a:close/>
                </a:path>
                <a:path w="716915" h="986789">
                  <a:moveTo>
                    <a:pt x="716851" y="344119"/>
                  </a:moveTo>
                  <a:lnTo>
                    <a:pt x="716229" y="340309"/>
                  </a:lnTo>
                  <a:lnTo>
                    <a:pt x="713447" y="336499"/>
                  </a:lnTo>
                  <a:lnTo>
                    <a:pt x="700100" y="313639"/>
                  </a:lnTo>
                  <a:lnTo>
                    <a:pt x="692683" y="300939"/>
                  </a:lnTo>
                  <a:lnTo>
                    <a:pt x="671195" y="264109"/>
                  </a:lnTo>
                  <a:lnTo>
                    <a:pt x="666826" y="261569"/>
                  </a:lnTo>
                  <a:lnTo>
                    <a:pt x="662927" y="262839"/>
                  </a:lnTo>
                  <a:lnTo>
                    <a:pt x="620636" y="262839"/>
                  </a:lnTo>
                  <a:lnTo>
                    <a:pt x="620636" y="360629"/>
                  </a:lnTo>
                  <a:lnTo>
                    <a:pt x="619391" y="370789"/>
                  </a:lnTo>
                  <a:lnTo>
                    <a:pt x="616902" y="378409"/>
                  </a:lnTo>
                  <a:lnTo>
                    <a:pt x="613968" y="384759"/>
                  </a:lnTo>
                  <a:lnTo>
                    <a:pt x="611416" y="388569"/>
                  </a:lnTo>
                  <a:lnTo>
                    <a:pt x="610616" y="388569"/>
                  </a:lnTo>
                  <a:lnTo>
                    <a:pt x="609231" y="389839"/>
                  </a:lnTo>
                  <a:lnTo>
                    <a:pt x="597471" y="384759"/>
                  </a:lnTo>
                  <a:lnTo>
                    <a:pt x="596455" y="378409"/>
                  </a:lnTo>
                  <a:lnTo>
                    <a:pt x="593115" y="361899"/>
                  </a:lnTo>
                  <a:lnTo>
                    <a:pt x="591527" y="350469"/>
                  </a:lnTo>
                  <a:lnTo>
                    <a:pt x="591286" y="344119"/>
                  </a:lnTo>
                  <a:lnTo>
                    <a:pt x="591337" y="339039"/>
                  </a:lnTo>
                  <a:lnTo>
                    <a:pt x="591489" y="336499"/>
                  </a:lnTo>
                  <a:lnTo>
                    <a:pt x="591566" y="335229"/>
                  </a:lnTo>
                  <a:lnTo>
                    <a:pt x="591845" y="332689"/>
                  </a:lnTo>
                  <a:lnTo>
                    <a:pt x="592759" y="331419"/>
                  </a:lnTo>
                  <a:lnTo>
                    <a:pt x="606780" y="313639"/>
                  </a:lnTo>
                  <a:lnTo>
                    <a:pt x="608139" y="313639"/>
                  </a:lnTo>
                  <a:lnTo>
                    <a:pt x="611492" y="317449"/>
                  </a:lnTo>
                  <a:lnTo>
                    <a:pt x="615911" y="325069"/>
                  </a:lnTo>
                  <a:lnTo>
                    <a:pt x="619569" y="339039"/>
                  </a:lnTo>
                  <a:lnTo>
                    <a:pt x="620636" y="360629"/>
                  </a:lnTo>
                  <a:lnTo>
                    <a:pt x="620636" y="262839"/>
                  </a:lnTo>
                  <a:lnTo>
                    <a:pt x="579031" y="262839"/>
                  </a:lnTo>
                  <a:lnTo>
                    <a:pt x="577011" y="264109"/>
                  </a:lnTo>
                  <a:lnTo>
                    <a:pt x="575995" y="265379"/>
                  </a:lnTo>
                  <a:lnTo>
                    <a:pt x="575081" y="265379"/>
                  </a:lnTo>
                  <a:lnTo>
                    <a:pt x="574332" y="266649"/>
                  </a:lnTo>
                  <a:lnTo>
                    <a:pt x="540131" y="295859"/>
                  </a:lnTo>
                  <a:lnTo>
                    <a:pt x="532777" y="299669"/>
                  </a:lnTo>
                  <a:lnTo>
                    <a:pt x="525805" y="300456"/>
                  </a:lnTo>
                  <a:lnTo>
                    <a:pt x="525805" y="631139"/>
                  </a:lnTo>
                  <a:lnTo>
                    <a:pt x="515200" y="645109"/>
                  </a:lnTo>
                  <a:lnTo>
                    <a:pt x="491197" y="669239"/>
                  </a:lnTo>
                  <a:lnTo>
                    <a:pt x="469823" y="669239"/>
                  </a:lnTo>
                  <a:lnTo>
                    <a:pt x="476097" y="641299"/>
                  </a:lnTo>
                  <a:lnTo>
                    <a:pt x="483006" y="626059"/>
                  </a:lnTo>
                  <a:lnTo>
                    <a:pt x="494906" y="619709"/>
                  </a:lnTo>
                  <a:lnTo>
                    <a:pt x="516128" y="617169"/>
                  </a:lnTo>
                  <a:lnTo>
                    <a:pt x="525335" y="623519"/>
                  </a:lnTo>
                  <a:lnTo>
                    <a:pt x="525805" y="631139"/>
                  </a:lnTo>
                  <a:lnTo>
                    <a:pt x="525805" y="300456"/>
                  </a:lnTo>
                  <a:lnTo>
                    <a:pt x="521360" y="300939"/>
                  </a:lnTo>
                  <a:lnTo>
                    <a:pt x="505625" y="299669"/>
                  </a:lnTo>
                  <a:lnTo>
                    <a:pt x="485406" y="294589"/>
                  </a:lnTo>
                  <a:lnTo>
                    <a:pt x="482511" y="293319"/>
                  </a:lnTo>
                  <a:lnTo>
                    <a:pt x="479526" y="293319"/>
                  </a:lnTo>
                  <a:lnTo>
                    <a:pt x="476427" y="292049"/>
                  </a:lnTo>
                  <a:lnTo>
                    <a:pt x="476237" y="292049"/>
                  </a:lnTo>
                  <a:lnTo>
                    <a:pt x="450469" y="284429"/>
                  </a:lnTo>
                  <a:lnTo>
                    <a:pt x="421627" y="279349"/>
                  </a:lnTo>
                  <a:lnTo>
                    <a:pt x="390169" y="275539"/>
                  </a:lnTo>
                  <a:lnTo>
                    <a:pt x="356654" y="274269"/>
                  </a:lnTo>
                  <a:lnTo>
                    <a:pt x="323151" y="275539"/>
                  </a:lnTo>
                  <a:lnTo>
                    <a:pt x="262851" y="284429"/>
                  </a:lnTo>
                  <a:lnTo>
                    <a:pt x="227190" y="295859"/>
                  </a:lnTo>
                  <a:lnTo>
                    <a:pt x="208140" y="299669"/>
                  </a:lnTo>
                  <a:lnTo>
                    <a:pt x="193814" y="300939"/>
                  </a:lnTo>
                  <a:lnTo>
                    <a:pt x="183603" y="299669"/>
                  </a:lnTo>
                  <a:lnTo>
                    <a:pt x="176872" y="295859"/>
                  </a:lnTo>
                  <a:lnTo>
                    <a:pt x="142506" y="266649"/>
                  </a:lnTo>
                  <a:lnTo>
                    <a:pt x="141757" y="265379"/>
                  </a:lnTo>
                  <a:lnTo>
                    <a:pt x="140855" y="265379"/>
                  </a:lnTo>
                  <a:lnTo>
                    <a:pt x="139827" y="264109"/>
                  </a:lnTo>
                  <a:lnTo>
                    <a:pt x="137820" y="262839"/>
                  </a:lnTo>
                  <a:lnTo>
                    <a:pt x="123380" y="262839"/>
                  </a:lnTo>
                  <a:lnTo>
                    <a:pt x="123380" y="344119"/>
                  </a:lnTo>
                  <a:lnTo>
                    <a:pt x="123240" y="347929"/>
                  </a:lnTo>
                  <a:lnTo>
                    <a:pt x="123139" y="350469"/>
                  </a:lnTo>
                  <a:lnTo>
                    <a:pt x="121564" y="361899"/>
                  </a:lnTo>
                  <a:lnTo>
                    <a:pt x="118224" y="378409"/>
                  </a:lnTo>
                  <a:lnTo>
                    <a:pt x="117182" y="384759"/>
                  </a:lnTo>
                  <a:lnTo>
                    <a:pt x="105435" y="389839"/>
                  </a:lnTo>
                  <a:lnTo>
                    <a:pt x="104051" y="388569"/>
                  </a:lnTo>
                  <a:lnTo>
                    <a:pt x="103263" y="388569"/>
                  </a:lnTo>
                  <a:lnTo>
                    <a:pt x="100698" y="384759"/>
                  </a:lnTo>
                  <a:lnTo>
                    <a:pt x="97777" y="378409"/>
                  </a:lnTo>
                  <a:lnTo>
                    <a:pt x="95288" y="370789"/>
                  </a:lnTo>
                  <a:lnTo>
                    <a:pt x="94030" y="360629"/>
                  </a:lnTo>
                  <a:lnTo>
                    <a:pt x="94843" y="344119"/>
                  </a:lnTo>
                  <a:lnTo>
                    <a:pt x="94970" y="341579"/>
                  </a:lnTo>
                  <a:lnTo>
                    <a:pt x="95097" y="339039"/>
                  </a:lnTo>
                  <a:lnTo>
                    <a:pt x="98755" y="325069"/>
                  </a:lnTo>
                  <a:lnTo>
                    <a:pt x="103174" y="317449"/>
                  </a:lnTo>
                  <a:lnTo>
                    <a:pt x="106540" y="313639"/>
                  </a:lnTo>
                  <a:lnTo>
                    <a:pt x="107873" y="313639"/>
                  </a:lnTo>
                  <a:lnTo>
                    <a:pt x="123380" y="344119"/>
                  </a:lnTo>
                  <a:lnTo>
                    <a:pt x="123380" y="262839"/>
                  </a:lnTo>
                  <a:lnTo>
                    <a:pt x="53911" y="262839"/>
                  </a:lnTo>
                  <a:lnTo>
                    <a:pt x="50012" y="261569"/>
                  </a:lnTo>
                  <a:lnTo>
                    <a:pt x="45656" y="264109"/>
                  </a:lnTo>
                  <a:lnTo>
                    <a:pt x="3403" y="336499"/>
                  </a:lnTo>
                  <a:lnTo>
                    <a:pt x="609" y="340309"/>
                  </a:lnTo>
                  <a:lnTo>
                    <a:pt x="0" y="344119"/>
                  </a:lnTo>
                  <a:lnTo>
                    <a:pt x="29133" y="391109"/>
                  </a:lnTo>
                  <a:lnTo>
                    <a:pt x="31686" y="396189"/>
                  </a:lnTo>
                  <a:lnTo>
                    <a:pt x="35991" y="406349"/>
                  </a:lnTo>
                  <a:lnTo>
                    <a:pt x="39052" y="420319"/>
                  </a:lnTo>
                  <a:lnTo>
                    <a:pt x="37858" y="434289"/>
                  </a:lnTo>
                  <a:lnTo>
                    <a:pt x="32194" y="445719"/>
                  </a:lnTo>
                  <a:lnTo>
                    <a:pt x="24803" y="453339"/>
                  </a:lnTo>
                  <a:lnTo>
                    <a:pt x="16687" y="463499"/>
                  </a:lnTo>
                  <a:lnTo>
                    <a:pt x="8864" y="478739"/>
                  </a:lnTo>
                  <a:lnTo>
                    <a:pt x="6502" y="485089"/>
                  </a:lnTo>
                  <a:lnTo>
                    <a:pt x="5207" y="492709"/>
                  </a:lnTo>
                  <a:lnTo>
                    <a:pt x="5207" y="716229"/>
                  </a:lnTo>
                  <a:lnTo>
                    <a:pt x="8928" y="736549"/>
                  </a:lnTo>
                  <a:lnTo>
                    <a:pt x="17132" y="753059"/>
                  </a:lnTo>
                  <a:lnTo>
                    <a:pt x="25336" y="764489"/>
                  </a:lnTo>
                  <a:lnTo>
                    <a:pt x="29070" y="769569"/>
                  </a:lnTo>
                  <a:lnTo>
                    <a:pt x="128892" y="909269"/>
                  </a:lnTo>
                  <a:lnTo>
                    <a:pt x="272338" y="968959"/>
                  </a:lnTo>
                  <a:lnTo>
                    <a:pt x="235826" y="933399"/>
                  </a:lnTo>
                  <a:lnTo>
                    <a:pt x="201383" y="901649"/>
                  </a:lnTo>
                  <a:lnTo>
                    <a:pt x="199148" y="892759"/>
                  </a:lnTo>
                  <a:lnTo>
                    <a:pt x="201828" y="886409"/>
                  </a:lnTo>
                  <a:lnTo>
                    <a:pt x="202234" y="885139"/>
                  </a:lnTo>
                  <a:lnTo>
                    <a:pt x="213525" y="852119"/>
                  </a:lnTo>
                  <a:lnTo>
                    <a:pt x="234315" y="784809"/>
                  </a:lnTo>
                  <a:lnTo>
                    <a:pt x="253987" y="714959"/>
                  </a:lnTo>
                  <a:lnTo>
                    <a:pt x="261874" y="669239"/>
                  </a:lnTo>
                  <a:lnTo>
                    <a:pt x="258127" y="651459"/>
                  </a:lnTo>
                  <a:lnTo>
                    <a:pt x="250126" y="634949"/>
                  </a:lnTo>
                  <a:lnTo>
                    <a:pt x="244475" y="628307"/>
                  </a:lnTo>
                  <a:lnTo>
                    <a:pt x="244475" y="669239"/>
                  </a:lnTo>
                  <a:lnTo>
                    <a:pt x="223100" y="669239"/>
                  </a:lnTo>
                  <a:lnTo>
                    <a:pt x="201485" y="643839"/>
                  </a:lnTo>
                  <a:lnTo>
                    <a:pt x="194894" y="627329"/>
                  </a:lnTo>
                  <a:lnTo>
                    <a:pt x="196164" y="619709"/>
                  </a:lnTo>
                  <a:lnTo>
                    <a:pt x="198170" y="617169"/>
                  </a:lnTo>
                  <a:lnTo>
                    <a:pt x="220776" y="626059"/>
                  </a:lnTo>
                  <a:lnTo>
                    <a:pt x="234988" y="643839"/>
                  </a:lnTo>
                  <a:lnTo>
                    <a:pt x="242366" y="661619"/>
                  </a:lnTo>
                  <a:lnTo>
                    <a:pt x="244475" y="669239"/>
                  </a:lnTo>
                  <a:lnTo>
                    <a:pt x="244475" y="628307"/>
                  </a:lnTo>
                  <a:lnTo>
                    <a:pt x="239331" y="622249"/>
                  </a:lnTo>
                  <a:lnTo>
                    <a:pt x="232371" y="617169"/>
                  </a:lnTo>
                  <a:lnTo>
                    <a:pt x="227164" y="613359"/>
                  </a:lnTo>
                  <a:lnTo>
                    <a:pt x="260604" y="618439"/>
                  </a:lnTo>
                  <a:lnTo>
                    <a:pt x="276377" y="627329"/>
                  </a:lnTo>
                  <a:lnTo>
                    <a:pt x="278612" y="647649"/>
                  </a:lnTo>
                  <a:lnTo>
                    <a:pt x="271475" y="685749"/>
                  </a:lnTo>
                  <a:lnTo>
                    <a:pt x="260438" y="735279"/>
                  </a:lnTo>
                  <a:lnTo>
                    <a:pt x="247510" y="788619"/>
                  </a:lnTo>
                  <a:lnTo>
                    <a:pt x="236194" y="839419"/>
                  </a:lnTo>
                  <a:lnTo>
                    <a:pt x="229997" y="877519"/>
                  </a:lnTo>
                  <a:lnTo>
                    <a:pt x="229412" y="885139"/>
                  </a:lnTo>
                  <a:lnTo>
                    <a:pt x="229311" y="886409"/>
                  </a:lnTo>
                  <a:lnTo>
                    <a:pt x="231470" y="894029"/>
                  </a:lnTo>
                  <a:lnTo>
                    <a:pt x="236042" y="901649"/>
                  </a:lnTo>
                  <a:lnTo>
                    <a:pt x="243128" y="911809"/>
                  </a:lnTo>
                  <a:lnTo>
                    <a:pt x="251853" y="924509"/>
                  </a:lnTo>
                  <a:lnTo>
                    <a:pt x="281241" y="958799"/>
                  </a:lnTo>
                  <a:lnTo>
                    <a:pt x="321335" y="984199"/>
                  </a:lnTo>
                  <a:lnTo>
                    <a:pt x="328599" y="986739"/>
                  </a:lnTo>
                  <a:lnTo>
                    <a:pt x="332295" y="986739"/>
                  </a:lnTo>
                  <a:lnTo>
                    <a:pt x="352132" y="937209"/>
                  </a:lnTo>
                  <a:lnTo>
                    <a:pt x="351993" y="933399"/>
                  </a:lnTo>
                  <a:lnTo>
                    <a:pt x="347878" y="925779"/>
                  </a:lnTo>
                  <a:lnTo>
                    <a:pt x="343484" y="923239"/>
                  </a:lnTo>
                  <a:lnTo>
                    <a:pt x="330288" y="923239"/>
                  </a:lnTo>
                  <a:lnTo>
                    <a:pt x="322567" y="919429"/>
                  </a:lnTo>
                  <a:lnTo>
                    <a:pt x="313575" y="909269"/>
                  </a:lnTo>
                  <a:lnTo>
                    <a:pt x="311785" y="904189"/>
                  </a:lnTo>
                  <a:lnTo>
                    <a:pt x="311785" y="896569"/>
                  </a:lnTo>
                  <a:lnTo>
                    <a:pt x="315455" y="880059"/>
                  </a:lnTo>
                  <a:lnTo>
                    <a:pt x="325462" y="864819"/>
                  </a:lnTo>
                  <a:lnTo>
                    <a:pt x="340321" y="855929"/>
                  </a:lnTo>
                  <a:lnTo>
                    <a:pt x="358508" y="852119"/>
                  </a:lnTo>
                  <a:lnTo>
                    <a:pt x="376707" y="855929"/>
                  </a:lnTo>
                  <a:lnTo>
                    <a:pt x="391566" y="864819"/>
                  </a:lnTo>
                  <a:lnTo>
                    <a:pt x="401574" y="880059"/>
                  </a:lnTo>
                  <a:lnTo>
                    <a:pt x="405257" y="896569"/>
                  </a:lnTo>
                  <a:lnTo>
                    <a:pt x="405257" y="902919"/>
                  </a:lnTo>
                  <a:lnTo>
                    <a:pt x="402945" y="909269"/>
                  </a:lnTo>
                  <a:lnTo>
                    <a:pt x="394004" y="919429"/>
                  </a:lnTo>
                  <a:lnTo>
                    <a:pt x="387070" y="923239"/>
                  </a:lnTo>
                  <a:lnTo>
                    <a:pt x="374421" y="923239"/>
                  </a:lnTo>
                  <a:lnTo>
                    <a:pt x="369798" y="925779"/>
                  </a:lnTo>
                  <a:lnTo>
                    <a:pt x="366141" y="933399"/>
                  </a:lnTo>
                  <a:lnTo>
                    <a:pt x="366115" y="937209"/>
                  </a:lnTo>
                  <a:lnTo>
                    <a:pt x="385000" y="986739"/>
                  </a:lnTo>
                  <a:lnTo>
                    <a:pt x="432130" y="960069"/>
                  </a:lnTo>
                  <a:lnTo>
                    <a:pt x="462953" y="924509"/>
                  </a:lnTo>
                  <a:lnTo>
                    <a:pt x="471678" y="911809"/>
                  </a:lnTo>
                  <a:lnTo>
                    <a:pt x="478764" y="901649"/>
                  </a:lnTo>
                  <a:lnTo>
                    <a:pt x="483336" y="894029"/>
                  </a:lnTo>
                  <a:lnTo>
                    <a:pt x="485495" y="886409"/>
                  </a:lnTo>
                  <a:lnTo>
                    <a:pt x="484797" y="877519"/>
                  </a:lnTo>
                  <a:lnTo>
                    <a:pt x="480669" y="852119"/>
                  </a:lnTo>
                  <a:lnTo>
                    <a:pt x="478612" y="839419"/>
                  </a:lnTo>
                  <a:lnTo>
                    <a:pt x="467283" y="788619"/>
                  </a:lnTo>
                  <a:lnTo>
                    <a:pt x="454355" y="735279"/>
                  </a:lnTo>
                  <a:lnTo>
                    <a:pt x="443318" y="685749"/>
                  </a:lnTo>
                  <a:lnTo>
                    <a:pt x="444246" y="651459"/>
                  </a:lnTo>
                  <a:lnTo>
                    <a:pt x="444347" y="647649"/>
                  </a:lnTo>
                  <a:lnTo>
                    <a:pt x="444373" y="646379"/>
                  </a:lnTo>
                  <a:lnTo>
                    <a:pt x="460260" y="624789"/>
                  </a:lnTo>
                  <a:lnTo>
                    <a:pt x="478751" y="615899"/>
                  </a:lnTo>
                  <a:lnTo>
                    <a:pt x="487641" y="613359"/>
                  </a:lnTo>
                  <a:lnTo>
                    <a:pt x="475475" y="622249"/>
                  </a:lnTo>
                  <a:lnTo>
                    <a:pt x="464680" y="634949"/>
                  </a:lnTo>
                  <a:lnTo>
                    <a:pt x="456679" y="651459"/>
                  </a:lnTo>
                  <a:lnTo>
                    <a:pt x="452932" y="669239"/>
                  </a:lnTo>
                  <a:lnTo>
                    <a:pt x="460819" y="714959"/>
                  </a:lnTo>
                  <a:lnTo>
                    <a:pt x="480479" y="784809"/>
                  </a:lnTo>
                  <a:lnTo>
                    <a:pt x="501281" y="852119"/>
                  </a:lnTo>
                  <a:lnTo>
                    <a:pt x="512572" y="885139"/>
                  </a:lnTo>
                  <a:lnTo>
                    <a:pt x="512711" y="885139"/>
                  </a:lnTo>
                  <a:lnTo>
                    <a:pt x="515670" y="892759"/>
                  </a:lnTo>
                  <a:lnTo>
                    <a:pt x="513422" y="901649"/>
                  </a:lnTo>
                  <a:lnTo>
                    <a:pt x="507657" y="906729"/>
                  </a:lnTo>
                  <a:lnTo>
                    <a:pt x="483908" y="929589"/>
                  </a:lnTo>
                  <a:lnTo>
                    <a:pt x="444055" y="968959"/>
                  </a:lnTo>
                  <a:lnTo>
                    <a:pt x="563295" y="927049"/>
                  </a:lnTo>
                  <a:lnTo>
                    <a:pt x="687311" y="769569"/>
                  </a:lnTo>
                  <a:lnTo>
                    <a:pt x="700239" y="754329"/>
                  </a:lnTo>
                  <a:lnTo>
                    <a:pt x="706882" y="744169"/>
                  </a:lnTo>
                  <a:lnTo>
                    <a:pt x="709320" y="732739"/>
                  </a:lnTo>
                  <a:lnTo>
                    <a:pt x="709676" y="716229"/>
                  </a:lnTo>
                  <a:lnTo>
                    <a:pt x="709676" y="669239"/>
                  </a:lnTo>
                  <a:lnTo>
                    <a:pt x="709676" y="617169"/>
                  </a:lnTo>
                  <a:lnTo>
                    <a:pt x="709676" y="613359"/>
                  </a:lnTo>
                  <a:lnTo>
                    <a:pt x="709676" y="492709"/>
                  </a:lnTo>
                  <a:lnTo>
                    <a:pt x="708367" y="485089"/>
                  </a:lnTo>
                  <a:lnTo>
                    <a:pt x="706005" y="478739"/>
                  </a:lnTo>
                  <a:lnTo>
                    <a:pt x="698284" y="463499"/>
                  </a:lnTo>
                  <a:lnTo>
                    <a:pt x="690181" y="453339"/>
                  </a:lnTo>
                  <a:lnTo>
                    <a:pt x="682777" y="445719"/>
                  </a:lnTo>
                  <a:lnTo>
                    <a:pt x="677113" y="434289"/>
                  </a:lnTo>
                  <a:lnTo>
                    <a:pt x="675436" y="424129"/>
                  </a:lnTo>
                  <a:lnTo>
                    <a:pt x="676173" y="415239"/>
                  </a:lnTo>
                  <a:lnTo>
                    <a:pt x="678294" y="408889"/>
                  </a:lnTo>
                  <a:lnTo>
                    <a:pt x="680758" y="402539"/>
                  </a:lnTo>
                  <a:lnTo>
                    <a:pt x="688644" y="389839"/>
                  </a:lnTo>
                  <a:lnTo>
                    <a:pt x="714667" y="347929"/>
                  </a:lnTo>
                  <a:lnTo>
                    <a:pt x="716851" y="344119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5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F1F1F1">
              <a:alpha val="7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00895" y="1459134"/>
            <a:ext cx="13850483" cy="7169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</a:pPr>
            <a:r>
              <a:rPr dirty="0"/>
              <a:t>¿De verdad</a:t>
            </a:r>
            <a:r>
              <a:rPr spc="5" dirty="0"/>
              <a:t> </a:t>
            </a:r>
            <a:r>
              <a:rPr dirty="0"/>
              <a:t>un</a:t>
            </a:r>
            <a:r>
              <a:rPr spc="5" dirty="0"/>
              <a:t> </a:t>
            </a:r>
            <a:r>
              <a:rPr lang="es-ES" dirty="0"/>
              <a:t>BeFin™ </a:t>
            </a:r>
            <a:r>
              <a:rPr dirty="0" err="1"/>
              <a:t>marca</a:t>
            </a:r>
            <a:r>
              <a:rPr spc="5" dirty="0"/>
              <a:t> </a:t>
            </a:r>
            <a:r>
              <a:rPr dirty="0"/>
              <a:t>la</a:t>
            </a:r>
            <a:r>
              <a:rPr spc="5" dirty="0"/>
              <a:t> </a:t>
            </a:r>
            <a:r>
              <a:rPr spc="-10" dirty="0"/>
              <a:t>diferencia?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02055" y="2657938"/>
            <a:ext cx="5478780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dirty="0">
                <a:solidFill>
                  <a:srgbClr val="2D1A46"/>
                </a:solidFill>
                <a:latin typeface="Times New Roman"/>
                <a:cs typeface="Times New Roman"/>
              </a:rPr>
              <a:t>Más</a:t>
            </a:r>
            <a:r>
              <a:rPr sz="2550" spc="-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2D1A46"/>
                </a:solidFill>
                <a:latin typeface="Times New Roman"/>
                <a:cs typeface="Times New Roman"/>
              </a:rPr>
              <a:t>rentabilidad,</a:t>
            </a:r>
            <a:r>
              <a:rPr sz="2550" spc="-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2D1A46"/>
                </a:solidFill>
                <a:latin typeface="Times New Roman"/>
                <a:cs typeface="Times New Roman"/>
              </a:rPr>
              <a:t>más</a:t>
            </a:r>
            <a:r>
              <a:rPr sz="2550" spc="-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2D1A46"/>
                </a:solidFill>
                <a:latin typeface="Times New Roman"/>
                <a:cs typeface="Times New Roman"/>
              </a:rPr>
              <a:t>control</a:t>
            </a:r>
            <a:r>
              <a:rPr sz="2550" spc="-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2D1A46"/>
                </a:solidFill>
                <a:latin typeface="Times New Roman"/>
                <a:cs typeface="Times New Roman"/>
              </a:rPr>
              <a:t>,</a:t>
            </a:r>
            <a:r>
              <a:rPr sz="2550" spc="-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2D1A46"/>
                </a:solidFill>
                <a:latin typeface="Times New Roman"/>
                <a:cs typeface="Times New Roman"/>
              </a:rPr>
              <a:t>más</a:t>
            </a:r>
            <a:r>
              <a:rPr sz="2550" spc="-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550" spc="-10" dirty="0">
                <a:solidFill>
                  <a:srgbClr val="2D1A46"/>
                </a:solidFill>
                <a:latin typeface="Times New Roman"/>
                <a:cs typeface="Times New Roman"/>
              </a:rPr>
              <a:t>valor.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2055" y="3136583"/>
            <a:ext cx="6873240" cy="11493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300" b="1" dirty="0">
                <a:solidFill>
                  <a:srgbClr val="2D1A46"/>
                </a:solidFill>
                <a:latin typeface="Times New Roman"/>
                <a:cs typeface="Times New Roman"/>
              </a:rPr>
              <a:t>¿Por</a:t>
            </a:r>
            <a:r>
              <a:rPr sz="2300" b="1" spc="-6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2D1A46"/>
                </a:solidFill>
                <a:latin typeface="Times New Roman"/>
                <a:cs typeface="Times New Roman"/>
              </a:rPr>
              <a:t>qué</a:t>
            </a:r>
            <a:r>
              <a:rPr sz="230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2D1A46"/>
                </a:solidFill>
                <a:latin typeface="Times New Roman"/>
                <a:cs typeface="Times New Roman"/>
              </a:rPr>
              <a:t>tantas</a:t>
            </a:r>
            <a:r>
              <a:rPr sz="230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2D1A46"/>
                </a:solidFill>
                <a:latin typeface="Times New Roman"/>
                <a:cs typeface="Times New Roman"/>
              </a:rPr>
              <a:t>Pymes</a:t>
            </a:r>
            <a:r>
              <a:rPr sz="230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2D1A46"/>
                </a:solidFill>
                <a:latin typeface="Times New Roman"/>
                <a:cs typeface="Times New Roman"/>
              </a:rPr>
              <a:t>no</a:t>
            </a:r>
            <a:r>
              <a:rPr sz="2300" b="1" spc="-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30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prosperan?</a:t>
            </a:r>
            <a:endParaRPr sz="2300">
              <a:latin typeface="Times New Roman"/>
              <a:cs typeface="Times New Roman"/>
            </a:endParaRPr>
          </a:p>
          <a:p>
            <a:pPr marL="12700" marR="5080">
              <a:lnSpc>
                <a:spcPts val="2310"/>
              </a:lnSpc>
              <a:spcBef>
                <a:spcPts val="825"/>
              </a:spcBef>
              <a:tabLst>
                <a:tab pos="4475480" algn="l"/>
              </a:tabLst>
            </a:pP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Los</a:t>
            </a:r>
            <a:r>
              <a:rPr sz="2050" spc="-1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datos</a:t>
            </a:r>
            <a:r>
              <a:rPr sz="2050" spc="-1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son</a:t>
            </a:r>
            <a:r>
              <a:rPr sz="2050" spc="-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concluyentes,</a:t>
            </a:r>
            <a:r>
              <a:rPr sz="2050" spc="-1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las</a:t>
            </a:r>
            <a:r>
              <a:rPr sz="2050" spc="-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2D1A46"/>
                </a:solidFill>
                <a:latin typeface="Times New Roman"/>
                <a:cs typeface="Times New Roman"/>
              </a:rPr>
              <a:t>empresas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	con director</a:t>
            </a:r>
            <a:r>
              <a:rPr sz="2050" spc="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2D1A46"/>
                </a:solidFill>
                <a:latin typeface="Times New Roman"/>
                <a:cs typeface="Times New Roman"/>
              </a:rPr>
              <a:t>financiero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crecen</a:t>
            </a:r>
            <a:r>
              <a:rPr sz="2050" spc="-1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más</a:t>
            </a:r>
            <a:r>
              <a:rPr sz="2050" spc="-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,</a:t>
            </a:r>
            <a:r>
              <a:rPr sz="2050" spc="-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son</a:t>
            </a:r>
            <a:r>
              <a:rPr sz="2050" spc="-1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más</a:t>
            </a:r>
            <a:r>
              <a:rPr sz="2050" spc="-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rentables</a:t>
            </a:r>
            <a:r>
              <a:rPr sz="2050" spc="-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y</a:t>
            </a:r>
            <a:r>
              <a:rPr sz="2050" spc="-1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atraen</a:t>
            </a:r>
            <a:r>
              <a:rPr sz="2050" spc="-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2D1A46"/>
                </a:solidFill>
                <a:latin typeface="Times New Roman"/>
                <a:cs typeface="Times New Roman"/>
              </a:rPr>
              <a:t>mayor</a:t>
            </a:r>
            <a:r>
              <a:rPr sz="2050" spc="-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2D1A46"/>
                </a:solidFill>
                <a:latin typeface="Times New Roman"/>
                <a:cs typeface="Times New Roman"/>
              </a:rPr>
              <a:t>capital.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2060" y="4772037"/>
            <a:ext cx="5105400" cy="16668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300" b="1" dirty="0">
                <a:solidFill>
                  <a:srgbClr val="847699"/>
                </a:solidFill>
                <a:latin typeface="Times New Roman"/>
                <a:cs typeface="Times New Roman"/>
              </a:rPr>
              <a:t>Fuentes</a:t>
            </a:r>
            <a:r>
              <a:rPr sz="2300" b="1" spc="-30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2300" b="1" spc="-10" dirty="0">
                <a:solidFill>
                  <a:srgbClr val="847699"/>
                </a:solidFill>
                <a:latin typeface="Times New Roman"/>
                <a:cs typeface="Times New Roman"/>
              </a:rPr>
              <a:t>oficiales</a:t>
            </a:r>
            <a:endParaRPr sz="2300">
              <a:latin typeface="Times New Roman"/>
              <a:cs typeface="Times New Roman"/>
            </a:endParaRPr>
          </a:p>
          <a:p>
            <a:pPr marL="200660" indent="-187960">
              <a:lnSpc>
                <a:spcPct val="100000"/>
              </a:lnSpc>
              <a:spcBef>
                <a:spcPts val="315"/>
              </a:spcBef>
              <a:buChar char="-"/>
              <a:tabLst>
                <a:tab pos="200660" algn="l"/>
              </a:tabLst>
            </a:pP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NE</a:t>
            </a:r>
            <a:r>
              <a:rPr sz="1700" spc="60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(Instituto</a:t>
            </a:r>
            <a:r>
              <a:rPr sz="1700" spc="60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Nacional</a:t>
            </a:r>
            <a:r>
              <a:rPr sz="1700" spc="65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de</a:t>
            </a:r>
            <a:r>
              <a:rPr sz="1700" spc="60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Estadística)</a:t>
            </a:r>
            <a:r>
              <a:rPr sz="1700" spc="65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–</a:t>
            </a:r>
            <a:r>
              <a:rPr sz="1700" spc="60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DIRCE</a:t>
            </a:r>
            <a:r>
              <a:rPr sz="1700" spc="65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847699"/>
                </a:solidFill>
                <a:latin typeface="Times New Roman"/>
                <a:cs typeface="Times New Roman"/>
              </a:rPr>
              <a:t>2023</a:t>
            </a:r>
            <a:endParaRPr sz="1700">
              <a:latin typeface="Times New Roman"/>
              <a:cs typeface="Times New Roman"/>
            </a:endParaRPr>
          </a:p>
          <a:p>
            <a:pPr marL="200660" indent="-187960">
              <a:lnSpc>
                <a:spcPct val="100000"/>
              </a:lnSpc>
              <a:spcBef>
                <a:spcPts val="434"/>
              </a:spcBef>
              <a:buChar char="-"/>
              <a:tabLst>
                <a:tab pos="200660" algn="l"/>
              </a:tabLst>
            </a:pP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Banco</a:t>
            </a:r>
            <a:r>
              <a:rPr sz="1700" spc="65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de</a:t>
            </a:r>
            <a:r>
              <a:rPr sz="1700" spc="65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España</a:t>
            </a:r>
            <a:r>
              <a:rPr sz="1700" spc="70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&amp;</a:t>
            </a:r>
            <a:r>
              <a:rPr sz="1700" spc="65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EBA</a:t>
            </a:r>
            <a:r>
              <a:rPr sz="1700" spc="-40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(European</a:t>
            </a:r>
            <a:r>
              <a:rPr sz="1700" spc="70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Banking</a:t>
            </a:r>
            <a:r>
              <a:rPr sz="1700" spc="-45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847699"/>
                </a:solidFill>
                <a:latin typeface="Times New Roman"/>
                <a:cs typeface="Times New Roman"/>
              </a:rPr>
              <a:t>Authority</a:t>
            </a:r>
            <a:endParaRPr sz="1700">
              <a:latin typeface="Times New Roman"/>
              <a:cs typeface="Times New Roman"/>
            </a:endParaRPr>
          </a:p>
          <a:p>
            <a:pPr marL="200660" indent="-187960">
              <a:lnSpc>
                <a:spcPct val="100000"/>
              </a:lnSpc>
              <a:spcBef>
                <a:spcPts val="434"/>
              </a:spcBef>
              <a:buChar char="-"/>
              <a:tabLst>
                <a:tab pos="200660" algn="l"/>
              </a:tabLst>
            </a:pP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Eurostat</a:t>
            </a:r>
            <a:r>
              <a:rPr sz="1700" spc="35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–</a:t>
            </a:r>
            <a:r>
              <a:rPr sz="1700" spc="40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Structural</a:t>
            </a:r>
            <a:r>
              <a:rPr sz="1700" spc="40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Business</a:t>
            </a:r>
            <a:r>
              <a:rPr sz="1700" spc="40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Statistics</a:t>
            </a:r>
            <a:r>
              <a:rPr sz="1700" spc="40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847699"/>
                </a:solidFill>
                <a:latin typeface="Times New Roman"/>
                <a:cs typeface="Times New Roman"/>
              </a:rPr>
              <a:t>(SBS)</a:t>
            </a:r>
            <a:endParaRPr sz="1700">
              <a:latin typeface="Times New Roman"/>
              <a:cs typeface="Times New Roman"/>
            </a:endParaRPr>
          </a:p>
          <a:p>
            <a:pPr marL="200660" indent="-187960">
              <a:lnSpc>
                <a:spcPct val="100000"/>
              </a:lnSpc>
              <a:spcBef>
                <a:spcPts val="430"/>
              </a:spcBef>
              <a:buChar char="-"/>
              <a:tabLst>
                <a:tab pos="200660" algn="l"/>
              </a:tabLst>
            </a:pP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CFO</a:t>
            </a:r>
            <a:r>
              <a:rPr sz="1700" spc="40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Survey</a:t>
            </a:r>
            <a:r>
              <a:rPr sz="1700" spc="45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(PwC</a:t>
            </a:r>
            <a:r>
              <a:rPr sz="1700" spc="45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&amp;</a:t>
            </a:r>
            <a:r>
              <a:rPr sz="1700" spc="45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847699"/>
                </a:solidFill>
                <a:latin typeface="Times New Roman"/>
                <a:cs typeface="Times New Roman"/>
              </a:rPr>
              <a:t>Duke</a:t>
            </a:r>
            <a:r>
              <a:rPr sz="1700" spc="45" dirty="0">
                <a:solidFill>
                  <a:srgbClr val="847699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847699"/>
                </a:solidFill>
                <a:latin typeface="Times New Roman"/>
                <a:cs typeface="Times New Roman"/>
              </a:rPr>
              <a:t>University)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742022" y="2886854"/>
            <a:ext cx="10427335" cy="6767830"/>
          </a:xfrm>
          <a:custGeom>
            <a:avLst/>
            <a:gdLst/>
            <a:ahLst/>
            <a:cxnLst/>
            <a:rect l="l" t="t" r="r" b="b"/>
            <a:pathLst>
              <a:path w="10427335" h="6767830">
                <a:moveTo>
                  <a:pt x="10119723" y="0"/>
                </a:moveTo>
                <a:lnTo>
                  <a:pt x="307152" y="0"/>
                </a:lnTo>
                <a:lnTo>
                  <a:pt x="261763" y="3330"/>
                </a:lnTo>
                <a:lnTo>
                  <a:pt x="218442" y="13004"/>
                </a:lnTo>
                <a:lnTo>
                  <a:pt x="177663" y="28546"/>
                </a:lnTo>
                <a:lnTo>
                  <a:pt x="139903" y="49482"/>
                </a:lnTo>
                <a:lnTo>
                  <a:pt x="105636" y="75337"/>
                </a:lnTo>
                <a:lnTo>
                  <a:pt x="75338" y="105635"/>
                </a:lnTo>
                <a:lnTo>
                  <a:pt x="49483" y="139900"/>
                </a:lnTo>
                <a:lnTo>
                  <a:pt x="28547" y="177659"/>
                </a:lnTo>
                <a:lnTo>
                  <a:pt x="13004" y="218436"/>
                </a:lnTo>
                <a:lnTo>
                  <a:pt x="3330" y="261755"/>
                </a:lnTo>
                <a:lnTo>
                  <a:pt x="0" y="307142"/>
                </a:lnTo>
                <a:lnTo>
                  <a:pt x="0" y="6460546"/>
                </a:lnTo>
                <a:lnTo>
                  <a:pt x="3330" y="6505933"/>
                </a:lnTo>
                <a:lnTo>
                  <a:pt x="13004" y="6549252"/>
                </a:lnTo>
                <a:lnTo>
                  <a:pt x="28547" y="6590029"/>
                </a:lnTo>
                <a:lnTo>
                  <a:pt x="49483" y="6627788"/>
                </a:lnTo>
                <a:lnTo>
                  <a:pt x="75338" y="6662054"/>
                </a:lnTo>
                <a:lnTo>
                  <a:pt x="105636" y="6692351"/>
                </a:lnTo>
                <a:lnTo>
                  <a:pt x="139903" y="6718206"/>
                </a:lnTo>
                <a:lnTo>
                  <a:pt x="177663" y="6739142"/>
                </a:lnTo>
                <a:lnTo>
                  <a:pt x="218442" y="6754684"/>
                </a:lnTo>
                <a:lnTo>
                  <a:pt x="261763" y="6764358"/>
                </a:lnTo>
                <a:lnTo>
                  <a:pt x="307152" y="6767689"/>
                </a:lnTo>
                <a:lnTo>
                  <a:pt x="10119723" y="6767689"/>
                </a:lnTo>
                <a:lnTo>
                  <a:pt x="10165110" y="6764358"/>
                </a:lnTo>
                <a:lnTo>
                  <a:pt x="10208429" y="6754684"/>
                </a:lnTo>
                <a:lnTo>
                  <a:pt x="10249206" y="6739142"/>
                </a:lnTo>
                <a:lnTo>
                  <a:pt x="10286964" y="6718206"/>
                </a:lnTo>
                <a:lnTo>
                  <a:pt x="10321230" y="6692351"/>
                </a:lnTo>
                <a:lnTo>
                  <a:pt x="10351528" y="6662054"/>
                </a:lnTo>
                <a:lnTo>
                  <a:pt x="10377382" y="6627788"/>
                </a:lnTo>
                <a:lnTo>
                  <a:pt x="10398318" y="6590029"/>
                </a:lnTo>
                <a:lnTo>
                  <a:pt x="10413861" y="6549252"/>
                </a:lnTo>
                <a:lnTo>
                  <a:pt x="10423535" y="6505933"/>
                </a:lnTo>
                <a:lnTo>
                  <a:pt x="10426865" y="6460546"/>
                </a:lnTo>
                <a:lnTo>
                  <a:pt x="10426865" y="307142"/>
                </a:lnTo>
                <a:lnTo>
                  <a:pt x="10423535" y="261755"/>
                </a:lnTo>
                <a:lnTo>
                  <a:pt x="10413861" y="218436"/>
                </a:lnTo>
                <a:lnTo>
                  <a:pt x="10398318" y="177659"/>
                </a:lnTo>
                <a:lnTo>
                  <a:pt x="10377382" y="139900"/>
                </a:lnTo>
                <a:lnTo>
                  <a:pt x="10351528" y="105635"/>
                </a:lnTo>
                <a:lnTo>
                  <a:pt x="10321230" y="75337"/>
                </a:lnTo>
                <a:lnTo>
                  <a:pt x="10286964" y="49482"/>
                </a:lnTo>
                <a:lnTo>
                  <a:pt x="10249206" y="28546"/>
                </a:lnTo>
                <a:lnTo>
                  <a:pt x="10208429" y="13004"/>
                </a:lnTo>
                <a:lnTo>
                  <a:pt x="10165110" y="3330"/>
                </a:lnTo>
                <a:lnTo>
                  <a:pt x="101197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124311" y="3316938"/>
            <a:ext cx="7671173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lang="es-ES" sz="2400">
                <a:solidFill>
                  <a:srgbClr val="2D1A46"/>
                </a:solidFill>
                <a:latin typeface="Mongolian Baiti"/>
                <a:cs typeface="Mongolian Baiti"/>
              </a:rPr>
              <a:t>BeFin™ | CFO Externo,</a:t>
            </a:r>
            <a:r>
              <a:rPr sz="2400">
                <a:solidFill>
                  <a:srgbClr val="2D1A46"/>
                </a:solidFill>
                <a:latin typeface="Mongolian Baiti"/>
                <a:cs typeface="Mongolian Baiti"/>
              </a:rPr>
              <a:t> </a:t>
            </a:r>
            <a:r>
              <a:rPr sz="2400" dirty="0">
                <a:solidFill>
                  <a:srgbClr val="2D1A46"/>
                </a:solidFill>
                <a:latin typeface="Mongolian Baiti"/>
                <a:cs typeface="Mongolian Baiti"/>
              </a:rPr>
              <a:t>el motor oculto del</a:t>
            </a:r>
            <a:r>
              <a:rPr sz="2400" spc="5" dirty="0">
                <a:solidFill>
                  <a:srgbClr val="2D1A46"/>
                </a:solidFill>
                <a:latin typeface="Mongolian Baiti"/>
                <a:cs typeface="Mongolian Baiti"/>
              </a:rPr>
              <a:t> </a:t>
            </a:r>
            <a:r>
              <a:rPr sz="2400" dirty="0">
                <a:solidFill>
                  <a:srgbClr val="2D1A46"/>
                </a:solidFill>
                <a:latin typeface="Mongolian Baiti"/>
                <a:cs typeface="Mongolian Baiti"/>
              </a:rPr>
              <a:t>éxito </a:t>
            </a:r>
            <a:r>
              <a:rPr sz="2400" spc="-10" dirty="0">
                <a:solidFill>
                  <a:srgbClr val="2D1A46"/>
                </a:solidFill>
                <a:latin typeface="Mongolian Baiti"/>
                <a:cs typeface="Mongolian Baiti"/>
              </a:rPr>
              <a:t>empresarial</a:t>
            </a:r>
            <a:endParaRPr sz="2400">
              <a:latin typeface="Mongolian Baiti"/>
              <a:cs typeface="Mongolian Bait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675896" y="3965249"/>
            <a:ext cx="9005570" cy="4450715"/>
            <a:chOff x="9675896" y="3965249"/>
            <a:chExt cx="9005570" cy="4450715"/>
          </a:xfrm>
        </p:grpSpPr>
        <p:sp>
          <p:nvSpPr>
            <p:cNvPr id="15" name="object 15"/>
            <p:cNvSpPr/>
            <p:nvPr/>
          </p:nvSpPr>
          <p:spPr>
            <a:xfrm>
              <a:off x="9675896" y="3969176"/>
              <a:ext cx="9005570" cy="495934"/>
            </a:xfrm>
            <a:custGeom>
              <a:avLst/>
              <a:gdLst/>
              <a:ahLst/>
              <a:cxnLst/>
              <a:rect l="l" t="t" r="r" b="b"/>
              <a:pathLst>
                <a:path w="9005569" h="495935">
                  <a:moveTo>
                    <a:pt x="0" y="0"/>
                  </a:moveTo>
                  <a:lnTo>
                    <a:pt x="9004982" y="0"/>
                  </a:lnTo>
                </a:path>
                <a:path w="9005569" h="495935">
                  <a:moveTo>
                    <a:pt x="0" y="495398"/>
                  </a:moveTo>
                  <a:lnTo>
                    <a:pt x="9004982" y="495398"/>
                  </a:lnTo>
                </a:path>
              </a:pathLst>
            </a:custGeom>
            <a:ln w="7853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75896" y="4957722"/>
              <a:ext cx="9005570" cy="2961640"/>
            </a:xfrm>
            <a:custGeom>
              <a:avLst/>
              <a:gdLst/>
              <a:ahLst/>
              <a:cxnLst/>
              <a:rect l="l" t="t" r="r" b="b"/>
              <a:pathLst>
                <a:path w="9005569" h="2961640">
                  <a:moveTo>
                    <a:pt x="0" y="0"/>
                  </a:moveTo>
                  <a:lnTo>
                    <a:pt x="7946635" y="0"/>
                  </a:lnTo>
                </a:path>
                <a:path w="9005569" h="2961640">
                  <a:moveTo>
                    <a:pt x="8451038" y="0"/>
                  </a:moveTo>
                  <a:lnTo>
                    <a:pt x="9004982" y="0"/>
                  </a:lnTo>
                </a:path>
                <a:path w="9005569" h="2961640">
                  <a:moveTo>
                    <a:pt x="0" y="493147"/>
                  </a:moveTo>
                  <a:lnTo>
                    <a:pt x="1193458" y="493147"/>
                  </a:lnTo>
                </a:path>
                <a:path w="9005569" h="2961640">
                  <a:moveTo>
                    <a:pt x="1700113" y="493147"/>
                  </a:moveTo>
                  <a:lnTo>
                    <a:pt x="5697080" y="493147"/>
                  </a:lnTo>
                </a:path>
                <a:path w="9005569" h="2961640">
                  <a:moveTo>
                    <a:pt x="6201484" y="493147"/>
                  </a:moveTo>
                  <a:lnTo>
                    <a:pt x="7946635" y="493147"/>
                  </a:lnTo>
                </a:path>
                <a:path w="9005569" h="2961640">
                  <a:moveTo>
                    <a:pt x="8451038" y="493147"/>
                  </a:moveTo>
                  <a:lnTo>
                    <a:pt x="9004982" y="493147"/>
                  </a:lnTo>
                </a:path>
                <a:path w="9005569" h="2961640">
                  <a:moveTo>
                    <a:pt x="0" y="986294"/>
                  </a:moveTo>
                  <a:lnTo>
                    <a:pt x="1193458" y="986294"/>
                  </a:lnTo>
                </a:path>
                <a:path w="9005569" h="2961640">
                  <a:moveTo>
                    <a:pt x="1700113" y="986294"/>
                  </a:moveTo>
                  <a:lnTo>
                    <a:pt x="3445264" y="986294"/>
                  </a:lnTo>
                </a:path>
                <a:path w="9005569" h="2961640">
                  <a:moveTo>
                    <a:pt x="3949668" y="986294"/>
                  </a:moveTo>
                  <a:lnTo>
                    <a:pt x="5697080" y="986294"/>
                  </a:lnTo>
                </a:path>
                <a:path w="9005569" h="2961640">
                  <a:moveTo>
                    <a:pt x="6201484" y="986294"/>
                  </a:moveTo>
                  <a:lnTo>
                    <a:pt x="7946635" y="986294"/>
                  </a:lnTo>
                </a:path>
                <a:path w="9005569" h="2961640">
                  <a:moveTo>
                    <a:pt x="8451038" y="986294"/>
                  </a:moveTo>
                  <a:lnTo>
                    <a:pt x="9004982" y="986294"/>
                  </a:lnTo>
                </a:path>
                <a:path w="9005569" h="2961640">
                  <a:moveTo>
                    <a:pt x="0" y="1479441"/>
                  </a:moveTo>
                  <a:lnTo>
                    <a:pt x="1193458" y="1479441"/>
                  </a:lnTo>
                </a:path>
                <a:path w="9005569" h="2961640">
                  <a:moveTo>
                    <a:pt x="1700113" y="1479441"/>
                  </a:moveTo>
                  <a:lnTo>
                    <a:pt x="3445264" y="1479441"/>
                  </a:lnTo>
                </a:path>
                <a:path w="9005569" h="2961640">
                  <a:moveTo>
                    <a:pt x="3949668" y="1479441"/>
                  </a:moveTo>
                  <a:lnTo>
                    <a:pt x="5697080" y="1479441"/>
                  </a:lnTo>
                </a:path>
                <a:path w="9005569" h="2961640">
                  <a:moveTo>
                    <a:pt x="6201484" y="1479441"/>
                  </a:moveTo>
                  <a:lnTo>
                    <a:pt x="7946635" y="1479441"/>
                  </a:lnTo>
                </a:path>
                <a:path w="9005569" h="2961640">
                  <a:moveTo>
                    <a:pt x="8451038" y="1479441"/>
                  </a:moveTo>
                  <a:lnTo>
                    <a:pt x="9004982" y="1479441"/>
                  </a:lnTo>
                </a:path>
                <a:path w="9005569" h="2961640">
                  <a:moveTo>
                    <a:pt x="0" y="1972578"/>
                  </a:moveTo>
                  <a:lnTo>
                    <a:pt x="1193458" y="1972578"/>
                  </a:lnTo>
                </a:path>
                <a:path w="9005569" h="2961640">
                  <a:moveTo>
                    <a:pt x="1700113" y="1972578"/>
                  </a:moveTo>
                  <a:lnTo>
                    <a:pt x="3445264" y="1972578"/>
                  </a:lnTo>
                </a:path>
                <a:path w="9005569" h="2961640">
                  <a:moveTo>
                    <a:pt x="3949668" y="1972578"/>
                  </a:moveTo>
                  <a:lnTo>
                    <a:pt x="5697080" y="1972578"/>
                  </a:lnTo>
                </a:path>
                <a:path w="9005569" h="2961640">
                  <a:moveTo>
                    <a:pt x="6201484" y="1972578"/>
                  </a:moveTo>
                  <a:lnTo>
                    <a:pt x="7946635" y="1972578"/>
                  </a:lnTo>
                </a:path>
                <a:path w="9005569" h="2961640">
                  <a:moveTo>
                    <a:pt x="8451038" y="1972578"/>
                  </a:moveTo>
                  <a:lnTo>
                    <a:pt x="9004982" y="1972578"/>
                  </a:lnTo>
                </a:path>
                <a:path w="9005569" h="2961640">
                  <a:moveTo>
                    <a:pt x="0" y="2467977"/>
                  </a:moveTo>
                  <a:lnTo>
                    <a:pt x="1193458" y="2467977"/>
                  </a:lnTo>
                </a:path>
                <a:path w="9005569" h="2961640">
                  <a:moveTo>
                    <a:pt x="1700113" y="2467977"/>
                  </a:moveTo>
                  <a:lnTo>
                    <a:pt x="3445264" y="2467977"/>
                  </a:lnTo>
                </a:path>
                <a:path w="9005569" h="2961640">
                  <a:moveTo>
                    <a:pt x="3949668" y="2467977"/>
                  </a:moveTo>
                  <a:lnTo>
                    <a:pt x="5697080" y="2467977"/>
                  </a:lnTo>
                </a:path>
                <a:path w="9005569" h="2961640">
                  <a:moveTo>
                    <a:pt x="6201484" y="2467977"/>
                  </a:moveTo>
                  <a:lnTo>
                    <a:pt x="7946635" y="2467977"/>
                  </a:lnTo>
                </a:path>
                <a:path w="9005569" h="2961640">
                  <a:moveTo>
                    <a:pt x="8451038" y="2467977"/>
                  </a:moveTo>
                  <a:lnTo>
                    <a:pt x="9004982" y="2467977"/>
                  </a:lnTo>
                </a:path>
                <a:path w="9005569" h="2961640">
                  <a:moveTo>
                    <a:pt x="0" y="2961124"/>
                  </a:moveTo>
                  <a:lnTo>
                    <a:pt x="1193458" y="2961124"/>
                  </a:lnTo>
                </a:path>
                <a:path w="9005569" h="2961640">
                  <a:moveTo>
                    <a:pt x="1700113" y="2961124"/>
                  </a:moveTo>
                  <a:lnTo>
                    <a:pt x="3445264" y="2961124"/>
                  </a:lnTo>
                </a:path>
                <a:path w="9005569" h="2961640">
                  <a:moveTo>
                    <a:pt x="3949668" y="2961124"/>
                  </a:moveTo>
                  <a:lnTo>
                    <a:pt x="5697080" y="2961124"/>
                  </a:lnTo>
                </a:path>
                <a:path w="9005569" h="2961640">
                  <a:moveTo>
                    <a:pt x="6201484" y="2961124"/>
                  </a:moveTo>
                  <a:lnTo>
                    <a:pt x="7946635" y="2961124"/>
                  </a:lnTo>
                </a:path>
                <a:path w="9005569" h="2961640">
                  <a:moveTo>
                    <a:pt x="8451038" y="2961124"/>
                  </a:moveTo>
                  <a:lnTo>
                    <a:pt x="9004982" y="2961124"/>
                  </a:lnTo>
                </a:path>
              </a:pathLst>
            </a:custGeom>
            <a:ln w="7853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229837" y="6191713"/>
              <a:ext cx="7258050" cy="2220595"/>
            </a:xfrm>
            <a:custGeom>
              <a:avLst/>
              <a:gdLst/>
              <a:ahLst/>
              <a:cxnLst/>
              <a:rect l="l" t="t" r="r" b="b"/>
              <a:pathLst>
                <a:path w="7258050" h="2220595">
                  <a:moveTo>
                    <a:pt x="504405" y="245452"/>
                  </a:moveTo>
                  <a:lnTo>
                    <a:pt x="0" y="245452"/>
                  </a:lnTo>
                  <a:lnTo>
                    <a:pt x="0" y="2220290"/>
                  </a:lnTo>
                  <a:lnTo>
                    <a:pt x="504405" y="2220290"/>
                  </a:lnTo>
                  <a:lnTo>
                    <a:pt x="504405" y="245452"/>
                  </a:lnTo>
                  <a:close/>
                </a:path>
                <a:path w="7258050" h="2220595">
                  <a:moveTo>
                    <a:pt x="2756217" y="0"/>
                  </a:moveTo>
                  <a:lnTo>
                    <a:pt x="2249551" y="0"/>
                  </a:lnTo>
                  <a:lnTo>
                    <a:pt x="2249551" y="2220290"/>
                  </a:lnTo>
                  <a:lnTo>
                    <a:pt x="2756217" y="2220290"/>
                  </a:lnTo>
                  <a:lnTo>
                    <a:pt x="2756217" y="0"/>
                  </a:lnTo>
                  <a:close/>
                </a:path>
                <a:path w="7258050" h="2220595">
                  <a:moveTo>
                    <a:pt x="5005768" y="493141"/>
                  </a:moveTo>
                  <a:lnTo>
                    <a:pt x="4501362" y="493141"/>
                  </a:lnTo>
                  <a:lnTo>
                    <a:pt x="4501362" y="2220290"/>
                  </a:lnTo>
                  <a:lnTo>
                    <a:pt x="5005768" y="2220290"/>
                  </a:lnTo>
                  <a:lnTo>
                    <a:pt x="5005768" y="493141"/>
                  </a:lnTo>
                  <a:close/>
                </a:path>
                <a:path w="7258050" h="2220595">
                  <a:moveTo>
                    <a:pt x="7257567" y="738593"/>
                  </a:moveTo>
                  <a:lnTo>
                    <a:pt x="6753174" y="738593"/>
                  </a:lnTo>
                  <a:lnTo>
                    <a:pt x="6753174" y="2220290"/>
                  </a:lnTo>
                  <a:lnTo>
                    <a:pt x="7257567" y="2220290"/>
                  </a:lnTo>
                  <a:lnTo>
                    <a:pt x="7257567" y="738593"/>
                  </a:lnTo>
                  <a:close/>
                </a:path>
              </a:pathLst>
            </a:custGeom>
            <a:solidFill>
              <a:srgbClr val="DCD9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869346" y="4957730"/>
              <a:ext cx="5008245" cy="3454400"/>
            </a:xfrm>
            <a:custGeom>
              <a:avLst/>
              <a:gdLst/>
              <a:ahLst/>
              <a:cxnLst/>
              <a:rect l="l" t="t" r="r" b="b"/>
              <a:pathLst>
                <a:path w="5008244" h="3454400">
                  <a:moveTo>
                    <a:pt x="506653" y="245452"/>
                  </a:moveTo>
                  <a:lnTo>
                    <a:pt x="0" y="245452"/>
                  </a:lnTo>
                  <a:lnTo>
                    <a:pt x="0" y="3454273"/>
                  </a:lnTo>
                  <a:lnTo>
                    <a:pt x="506653" y="3454273"/>
                  </a:lnTo>
                  <a:lnTo>
                    <a:pt x="506653" y="245452"/>
                  </a:lnTo>
                  <a:close/>
                </a:path>
                <a:path w="5008244" h="3454400">
                  <a:moveTo>
                    <a:pt x="2756217" y="493141"/>
                  </a:moveTo>
                  <a:lnTo>
                    <a:pt x="2251811" y="493141"/>
                  </a:lnTo>
                  <a:lnTo>
                    <a:pt x="2251811" y="3454285"/>
                  </a:lnTo>
                  <a:lnTo>
                    <a:pt x="2756217" y="3454285"/>
                  </a:lnTo>
                  <a:lnTo>
                    <a:pt x="2756217" y="493141"/>
                  </a:lnTo>
                  <a:close/>
                </a:path>
                <a:path w="5008244" h="3454400">
                  <a:moveTo>
                    <a:pt x="5008029" y="0"/>
                  </a:moveTo>
                  <a:lnTo>
                    <a:pt x="4503623" y="0"/>
                  </a:lnTo>
                  <a:lnTo>
                    <a:pt x="4503623" y="3454273"/>
                  </a:lnTo>
                  <a:lnTo>
                    <a:pt x="5008029" y="3454273"/>
                  </a:lnTo>
                  <a:lnTo>
                    <a:pt x="5008029" y="0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675896" y="8411996"/>
              <a:ext cx="9005570" cy="0"/>
            </a:xfrm>
            <a:custGeom>
              <a:avLst/>
              <a:gdLst/>
              <a:ahLst/>
              <a:cxnLst/>
              <a:rect l="l" t="t" r="r" b="b"/>
              <a:pathLst>
                <a:path w="9005569">
                  <a:moveTo>
                    <a:pt x="0" y="0"/>
                  </a:moveTo>
                  <a:lnTo>
                    <a:pt x="9004982" y="0"/>
                  </a:lnTo>
                </a:path>
              </a:pathLst>
            </a:custGeom>
            <a:ln w="7853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229845" y="6441090"/>
            <a:ext cx="504825" cy="485775"/>
          </a:xfrm>
          <a:prstGeom prst="rect">
            <a:avLst/>
          </a:prstGeom>
          <a:solidFill>
            <a:srgbClr val="DCD9E3"/>
          </a:solidFill>
        </p:spPr>
        <p:txBody>
          <a:bodyPr vert="horz" wrap="square" lIns="0" tIns="7239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570"/>
              </a:spcBef>
            </a:pPr>
            <a:r>
              <a:rPr sz="1450" spc="-25" dirty="0">
                <a:solidFill>
                  <a:srgbClr val="404040"/>
                </a:solidFill>
                <a:latin typeface="Arial"/>
                <a:cs typeface="Arial"/>
              </a:rPr>
              <a:t>40%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479400" y="6191706"/>
            <a:ext cx="506730" cy="241935"/>
          </a:xfrm>
          <a:prstGeom prst="rect">
            <a:avLst/>
          </a:prstGeom>
          <a:solidFill>
            <a:srgbClr val="DCD9E3"/>
          </a:solidFill>
        </p:spPr>
        <p:txBody>
          <a:bodyPr vert="horz" wrap="square" lIns="0" tIns="74930" rIns="0" bIns="0" rtlCol="0">
            <a:spAutoFit/>
          </a:bodyPr>
          <a:lstStyle/>
          <a:p>
            <a:pPr marL="74930">
              <a:lnSpc>
                <a:spcPts val="1310"/>
              </a:lnSpc>
              <a:spcBef>
                <a:spcPts val="590"/>
              </a:spcBef>
            </a:pPr>
            <a:r>
              <a:rPr sz="1450" spc="-25" dirty="0">
                <a:solidFill>
                  <a:srgbClr val="404040"/>
                </a:solidFill>
                <a:latin typeface="Arial"/>
                <a:cs typeface="Arial"/>
              </a:rPr>
              <a:t>45%</a:t>
            </a:r>
            <a:endParaRPr sz="14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731206" y="6684853"/>
            <a:ext cx="504825" cy="241935"/>
          </a:xfrm>
          <a:prstGeom prst="rect">
            <a:avLst/>
          </a:prstGeom>
          <a:solidFill>
            <a:srgbClr val="DCD9E3"/>
          </a:solidFill>
        </p:spPr>
        <p:txBody>
          <a:bodyPr vert="horz" wrap="square" lIns="0" tIns="75565" rIns="0" bIns="0" rtlCol="0">
            <a:spAutoFit/>
          </a:bodyPr>
          <a:lstStyle/>
          <a:p>
            <a:pPr marL="74295">
              <a:lnSpc>
                <a:spcPts val="1305"/>
              </a:lnSpc>
              <a:spcBef>
                <a:spcPts val="595"/>
              </a:spcBef>
            </a:pPr>
            <a:r>
              <a:rPr sz="1450" spc="-25" dirty="0">
                <a:solidFill>
                  <a:srgbClr val="404040"/>
                </a:solidFill>
                <a:latin typeface="Arial"/>
                <a:cs typeface="Arial"/>
              </a:rPr>
              <a:t>35%</a:t>
            </a:r>
            <a:endParaRPr sz="14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983011" y="6934227"/>
            <a:ext cx="504825" cy="487680"/>
          </a:xfrm>
          <a:prstGeom prst="rect">
            <a:avLst/>
          </a:prstGeom>
          <a:solidFill>
            <a:srgbClr val="DCD9E3"/>
          </a:solidFill>
        </p:spPr>
        <p:txBody>
          <a:bodyPr vert="horz" wrap="square" lIns="0" tIns="7239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570"/>
              </a:spcBef>
            </a:pPr>
            <a:r>
              <a:rPr sz="1450" spc="-25" dirty="0">
                <a:solidFill>
                  <a:srgbClr val="404040"/>
                </a:solidFill>
                <a:latin typeface="Arial"/>
                <a:cs typeface="Arial"/>
              </a:rPr>
              <a:t>30%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869355" y="5203171"/>
            <a:ext cx="506730" cy="3209290"/>
          </a:xfrm>
          <a:prstGeom prst="rect">
            <a:avLst/>
          </a:prstGeom>
          <a:solidFill>
            <a:srgbClr val="2D1A46"/>
          </a:solidFill>
        </p:spPr>
        <p:txBody>
          <a:bodyPr vert="horz" wrap="square" lIns="0" tIns="7683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605"/>
              </a:spcBef>
            </a:pPr>
            <a:r>
              <a:rPr sz="1450" spc="-25" dirty="0">
                <a:solidFill>
                  <a:srgbClr val="FFFFFF"/>
                </a:solidFill>
                <a:latin typeface="Arial"/>
                <a:cs typeface="Arial"/>
              </a:rPr>
              <a:t>65%</a:t>
            </a:r>
            <a:endParaRPr sz="14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121160" y="5450870"/>
            <a:ext cx="504825" cy="2961640"/>
          </a:xfrm>
          <a:prstGeom prst="rect">
            <a:avLst/>
          </a:prstGeom>
          <a:solidFill>
            <a:srgbClr val="2D1A46"/>
          </a:solidFill>
        </p:spPr>
        <p:txBody>
          <a:bodyPr vert="horz" wrap="square" lIns="0" tIns="7556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595"/>
              </a:spcBef>
            </a:pPr>
            <a:r>
              <a:rPr sz="1450" spc="-25" dirty="0">
                <a:solidFill>
                  <a:srgbClr val="FFFFFF"/>
                </a:solidFill>
                <a:latin typeface="Arial"/>
                <a:cs typeface="Arial"/>
              </a:rPr>
              <a:t>60%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372976" y="4957723"/>
            <a:ext cx="504825" cy="3454400"/>
          </a:xfrm>
          <a:prstGeom prst="rect">
            <a:avLst/>
          </a:prstGeom>
          <a:solidFill>
            <a:srgbClr val="2D1A46"/>
          </a:solidFill>
        </p:spPr>
        <p:txBody>
          <a:bodyPr vert="horz" wrap="square" lIns="0" tIns="7556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595"/>
              </a:spcBef>
            </a:pPr>
            <a:r>
              <a:rPr sz="1450" spc="-25" dirty="0">
                <a:solidFill>
                  <a:srgbClr val="FFFFFF"/>
                </a:solidFill>
                <a:latin typeface="Arial"/>
                <a:cs typeface="Arial"/>
              </a:rPr>
              <a:t>70%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622532" y="4464576"/>
            <a:ext cx="504825" cy="3947795"/>
          </a:xfrm>
          <a:prstGeom prst="rect">
            <a:avLst/>
          </a:prstGeom>
          <a:solidFill>
            <a:srgbClr val="2D1A46"/>
          </a:solidFill>
        </p:spPr>
        <p:txBody>
          <a:bodyPr vert="horz" wrap="square" lIns="0" tIns="7493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590"/>
              </a:spcBef>
            </a:pPr>
            <a:r>
              <a:rPr sz="1450" spc="-25" dirty="0">
                <a:solidFill>
                  <a:srgbClr val="FFFFFF"/>
                </a:solidFill>
                <a:latin typeface="Arial"/>
                <a:cs typeface="Arial"/>
              </a:rPr>
              <a:t>80%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4839" y="8262913"/>
            <a:ext cx="293370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25" dirty="0">
                <a:solidFill>
                  <a:srgbClr val="585858"/>
                </a:solidFill>
                <a:latin typeface="Arial"/>
                <a:cs typeface="Arial"/>
              </a:rPr>
              <a:t>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34661" y="7769497"/>
            <a:ext cx="392430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25" dirty="0">
                <a:solidFill>
                  <a:srgbClr val="585858"/>
                </a:solidFill>
                <a:latin typeface="Arial"/>
                <a:cs typeface="Arial"/>
              </a:rPr>
              <a:t>10%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34661" y="7275894"/>
            <a:ext cx="392430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25" dirty="0">
                <a:solidFill>
                  <a:srgbClr val="585858"/>
                </a:solidFill>
                <a:latin typeface="Arial"/>
                <a:cs typeface="Arial"/>
              </a:rPr>
              <a:t>20%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34661" y="6782478"/>
            <a:ext cx="392430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25" dirty="0">
                <a:solidFill>
                  <a:srgbClr val="585858"/>
                </a:solidFill>
                <a:latin typeface="Arial"/>
                <a:cs typeface="Arial"/>
              </a:rPr>
              <a:t>30%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34661" y="6289061"/>
            <a:ext cx="392430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25" dirty="0">
                <a:solidFill>
                  <a:srgbClr val="585858"/>
                </a:solidFill>
                <a:latin typeface="Arial"/>
                <a:cs typeface="Arial"/>
              </a:rPr>
              <a:t>40%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34661" y="5795459"/>
            <a:ext cx="392430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25" dirty="0">
                <a:solidFill>
                  <a:srgbClr val="585858"/>
                </a:solidFill>
                <a:latin typeface="Arial"/>
                <a:cs typeface="Arial"/>
              </a:rPr>
              <a:t>50%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134661" y="5302042"/>
            <a:ext cx="392430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25" dirty="0">
                <a:solidFill>
                  <a:srgbClr val="585858"/>
                </a:solidFill>
                <a:latin typeface="Arial"/>
                <a:cs typeface="Arial"/>
              </a:rPr>
              <a:t>60%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134661" y="4808626"/>
            <a:ext cx="392430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25" dirty="0">
                <a:solidFill>
                  <a:srgbClr val="585858"/>
                </a:solidFill>
                <a:latin typeface="Arial"/>
                <a:cs typeface="Arial"/>
              </a:rPr>
              <a:t>70%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34661" y="4315210"/>
            <a:ext cx="392430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25" dirty="0">
                <a:solidFill>
                  <a:srgbClr val="585858"/>
                </a:solidFill>
                <a:latin typeface="Arial"/>
                <a:cs typeface="Arial"/>
              </a:rPr>
              <a:t>80%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134661" y="3821793"/>
            <a:ext cx="392430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25" dirty="0">
                <a:solidFill>
                  <a:srgbClr val="585858"/>
                </a:solidFill>
                <a:latin typeface="Arial"/>
                <a:cs typeface="Arial"/>
              </a:rPr>
              <a:t>90%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301290" y="8505510"/>
            <a:ext cx="1000760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10" dirty="0">
                <a:solidFill>
                  <a:srgbClr val="585858"/>
                </a:solidFill>
                <a:latin typeface="Arial"/>
                <a:cs typeface="Arial"/>
              </a:rPr>
              <a:t>crecimiento</a:t>
            </a:r>
            <a:endParaRPr sz="14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524280" y="8505510"/>
            <a:ext cx="1054735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10" dirty="0">
                <a:solidFill>
                  <a:srgbClr val="585858"/>
                </a:solidFill>
                <a:latin typeface="Arial"/>
                <a:cs typeface="Arial"/>
              </a:rPr>
              <a:t>Rentabilidad</a:t>
            </a:r>
            <a:endParaRPr sz="14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768390" y="8505510"/>
            <a:ext cx="1068705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10" dirty="0">
                <a:solidFill>
                  <a:srgbClr val="585858"/>
                </a:solidFill>
                <a:latin typeface="Arial"/>
                <a:cs typeface="Arial"/>
              </a:rPr>
              <a:t>Financiación</a:t>
            </a:r>
            <a:endParaRPr sz="14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458153" y="8505510"/>
            <a:ext cx="2193290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10" dirty="0">
                <a:solidFill>
                  <a:srgbClr val="585858"/>
                </a:solidFill>
                <a:latin typeface="Arial"/>
                <a:cs typeface="Arial"/>
              </a:rPr>
              <a:t>Atrativo</a:t>
            </a:r>
            <a:r>
              <a:rPr sz="1450" spc="-7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585858"/>
                </a:solidFill>
                <a:latin typeface="Arial"/>
                <a:cs typeface="Arial"/>
              </a:rPr>
              <a:t>frente</a:t>
            </a:r>
            <a:r>
              <a:rPr sz="1450" spc="-10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585858"/>
                </a:solidFill>
                <a:latin typeface="Arial"/>
                <a:cs typeface="Arial"/>
              </a:rPr>
              <a:t>a</a:t>
            </a:r>
            <a:r>
              <a:rPr sz="1450" spc="-10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585858"/>
                </a:solidFill>
                <a:latin typeface="Arial"/>
                <a:cs typeface="Arial"/>
              </a:rPr>
              <a:t>inversores</a:t>
            </a:r>
            <a:endParaRPr sz="14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3055863" y="8997463"/>
            <a:ext cx="104139" cy="104139"/>
          </a:xfrm>
          <a:custGeom>
            <a:avLst/>
            <a:gdLst/>
            <a:ahLst/>
            <a:cxnLst/>
            <a:rect l="l" t="t" r="r" b="b"/>
            <a:pathLst>
              <a:path w="104140" h="104140">
                <a:moveTo>
                  <a:pt x="103577" y="0"/>
                </a:moveTo>
                <a:lnTo>
                  <a:pt x="0" y="0"/>
                </a:lnTo>
                <a:lnTo>
                  <a:pt x="0" y="103588"/>
                </a:lnTo>
                <a:lnTo>
                  <a:pt x="103577" y="103588"/>
                </a:lnTo>
                <a:lnTo>
                  <a:pt x="103577" y="0"/>
                </a:lnTo>
                <a:close/>
              </a:path>
            </a:pathLst>
          </a:custGeom>
          <a:solidFill>
            <a:srgbClr val="DCD9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3190577" y="8901016"/>
            <a:ext cx="691515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45" dirty="0">
                <a:solidFill>
                  <a:srgbClr val="585858"/>
                </a:solidFill>
                <a:latin typeface="Arial"/>
                <a:cs typeface="Arial"/>
              </a:rPr>
              <a:t>Sin</a:t>
            </a:r>
            <a:r>
              <a:rPr sz="1450" spc="-9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50" spc="-25" dirty="0">
                <a:solidFill>
                  <a:srgbClr val="585858"/>
                </a:solidFill>
                <a:latin typeface="Arial"/>
                <a:cs typeface="Arial"/>
              </a:rPr>
              <a:t>CFO</a:t>
            </a:r>
            <a:endParaRPr sz="14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4042149" y="8997463"/>
            <a:ext cx="101600" cy="104139"/>
          </a:xfrm>
          <a:custGeom>
            <a:avLst/>
            <a:gdLst/>
            <a:ahLst/>
            <a:cxnLst/>
            <a:rect l="l" t="t" r="r" b="b"/>
            <a:pathLst>
              <a:path w="101600" h="104140">
                <a:moveTo>
                  <a:pt x="101326" y="0"/>
                </a:moveTo>
                <a:lnTo>
                  <a:pt x="0" y="0"/>
                </a:lnTo>
                <a:lnTo>
                  <a:pt x="0" y="103588"/>
                </a:lnTo>
                <a:lnTo>
                  <a:pt x="101326" y="103588"/>
                </a:lnTo>
                <a:lnTo>
                  <a:pt x="101326" y="0"/>
                </a:lnTo>
                <a:close/>
              </a:path>
            </a:pathLst>
          </a:custGeom>
          <a:solidFill>
            <a:srgbClr val="2D1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4176043" y="8901016"/>
            <a:ext cx="775335" cy="250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10" dirty="0">
                <a:solidFill>
                  <a:srgbClr val="585858"/>
                </a:solidFill>
                <a:latin typeface="Arial"/>
                <a:cs typeface="Arial"/>
              </a:rPr>
              <a:t>Con</a:t>
            </a:r>
            <a:r>
              <a:rPr sz="1450" spc="-10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50" spc="-25" dirty="0">
                <a:solidFill>
                  <a:srgbClr val="585858"/>
                </a:solidFill>
                <a:latin typeface="Arial"/>
                <a:cs typeface="Arial"/>
              </a:rPr>
              <a:t>CFO</a:t>
            </a:r>
            <a:endParaRPr sz="1450">
              <a:latin typeface="Arial"/>
              <a:cs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D41978-7E24-2601-1F25-EC2E78E96145}"/>
              </a:ext>
            </a:extLst>
          </p:cNvPr>
          <p:cNvSpPr txBox="1"/>
          <p:nvPr/>
        </p:nvSpPr>
        <p:spPr>
          <a:xfrm>
            <a:off x="9198544" y="10721292"/>
            <a:ext cx="2016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rgbClr val="2D1A46"/>
                </a:solidFill>
                <a:latin typeface="Mongolian Baiti"/>
                <a:cs typeface="Mongolian Baiti"/>
              </a:rPr>
              <a:t>BeFin™</a:t>
            </a:r>
            <a:endParaRPr lang="en-ES" sz="2400" dirty="0"/>
          </a:p>
        </p:txBody>
      </p:sp>
      <p:grpSp>
        <p:nvGrpSpPr>
          <p:cNvPr id="48" name="object 6">
            <a:extLst>
              <a:ext uri="{FF2B5EF4-FFF2-40B4-BE49-F238E27FC236}">
                <a16:creationId xmlns:a16="http://schemas.microsoft.com/office/drawing/2014/main" id="{68510345-5704-3C0B-DD13-E69EEBFC710F}"/>
              </a:ext>
            </a:extLst>
          </p:cNvPr>
          <p:cNvGrpSpPr/>
          <p:nvPr/>
        </p:nvGrpSpPr>
        <p:grpSpPr>
          <a:xfrm>
            <a:off x="9956100" y="10023424"/>
            <a:ext cx="501015" cy="697868"/>
            <a:chOff x="9694612" y="766700"/>
            <a:chExt cx="716915" cy="986790"/>
          </a:xfrm>
        </p:grpSpPr>
        <p:pic>
          <p:nvPicPr>
            <p:cNvPr id="49" name="object 7">
              <a:extLst>
                <a:ext uri="{FF2B5EF4-FFF2-40B4-BE49-F238E27FC236}">
                  <a16:creationId xmlns:a16="http://schemas.microsoft.com/office/drawing/2014/main" id="{6FF42728-6430-4B4E-51A5-7B69C5C4C31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1758" y="945506"/>
              <a:ext cx="240579" cy="79665"/>
            </a:xfrm>
            <a:prstGeom prst="rect">
              <a:avLst/>
            </a:prstGeom>
          </p:spPr>
        </p:pic>
        <p:sp>
          <p:nvSpPr>
            <p:cNvPr id="50" name="object 8">
              <a:extLst>
                <a:ext uri="{FF2B5EF4-FFF2-40B4-BE49-F238E27FC236}">
                  <a16:creationId xmlns:a16="http://schemas.microsoft.com/office/drawing/2014/main" id="{3AE04425-CD7A-B96D-2F71-875239BD3818}"/>
                </a:ext>
              </a:extLst>
            </p:cNvPr>
            <p:cNvSpPr/>
            <p:nvPr/>
          </p:nvSpPr>
          <p:spPr>
            <a:xfrm>
              <a:off x="9694609" y="766704"/>
              <a:ext cx="716915" cy="986790"/>
            </a:xfrm>
            <a:custGeom>
              <a:avLst/>
              <a:gdLst/>
              <a:ahLst/>
              <a:cxnLst/>
              <a:rect l="l" t="t" r="r" b="b"/>
              <a:pathLst>
                <a:path w="716915" h="986789">
                  <a:moveTo>
                    <a:pt x="211074" y="43116"/>
                  </a:moveTo>
                  <a:lnTo>
                    <a:pt x="209130" y="33489"/>
                  </a:lnTo>
                  <a:lnTo>
                    <a:pt x="203822" y="25628"/>
                  </a:lnTo>
                  <a:lnTo>
                    <a:pt x="195973" y="20332"/>
                  </a:lnTo>
                  <a:lnTo>
                    <a:pt x="186347" y="18389"/>
                  </a:lnTo>
                  <a:lnTo>
                    <a:pt x="176720" y="20332"/>
                  </a:lnTo>
                  <a:lnTo>
                    <a:pt x="168871" y="25628"/>
                  </a:lnTo>
                  <a:lnTo>
                    <a:pt x="163563" y="33489"/>
                  </a:lnTo>
                  <a:lnTo>
                    <a:pt x="161620" y="43116"/>
                  </a:lnTo>
                  <a:lnTo>
                    <a:pt x="163563" y="52730"/>
                  </a:lnTo>
                  <a:lnTo>
                    <a:pt x="168871" y="60591"/>
                  </a:lnTo>
                  <a:lnTo>
                    <a:pt x="176720" y="65887"/>
                  </a:lnTo>
                  <a:lnTo>
                    <a:pt x="186347" y="67830"/>
                  </a:lnTo>
                  <a:lnTo>
                    <a:pt x="195973" y="65887"/>
                  </a:lnTo>
                  <a:lnTo>
                    <a:pt x="203822" y="60591"/>
                  </a:lnTo>
                  <a:lnTo>
                    <a:pt x="209130" y="52730"/>
                  </a:lnTo>
                  <a:lnTo>
                    <a:pt x="211074" y="43116"/>
                  </a:lnTo>
                  <a:close/>
                </a:path>
                <a:path w="716915" h="986789">
                  <a:moveTo>
                    <a:pt x="383235" y="24726"/>
                  </a:moveTo>
                  <a:lnTo>
                    <a:pt x="381292" y="15100"/>
                  </a:lnTo>
                  <a:lnTo>
                    <a:pt x="375996" y="7239"/>
                  </a:lnTo>
                  <a:lnTo>
                    <a:pt x="368134" y="1943"/>
                  </a:lnTo>
                  <a:lnTo>
                    <a:pt x="358508" y="0"/>
                  </a:lnTo>
                  <a:lnTo>
                    <a:pt x="348894" y="1943"/>
                  </a:lnTo>
                  <a:lnTo>
                    <a:pt x="341033" y="7239"/>
                  </a:lnTo>
                  <a:lnTo>
                    <a:pt x="335737" y="15100"/>
                  </a:lnTo>
                  <a:lnTo>
                    <a:pt x="333794" y="24726"/>
                  </a:lnTo>
                  <a:lnTo>
                    <a:pt x="335737" y="34340"/>
                  </a:lnTo>
                  <a:lnTo>
                    <a:pt x="341033" y="42202"/>
                  </a:lnTo>
                  <a:lnTo>
                    <a:pt x="348894" y="47498"/>
                  </a:lnTo>
                  <a:lnTo>
                    <a:pt x="358508" y="49441"/>
                  </a:lnTo>
                  <a:lnTo>
                    <a:pt x="368134" y="47498"/>
                  </a:lnTo>
                  <a:lnTo>
                    <a:pt x="375996" y="42202"/>
                  </a:lnTo>
                  <a:lnTo>
                    <a:pt x="381292" y="34340"/>
                  </a:lnTo>
                  <a:lnTo>
                    <a:pt x="383235" y="24726"/>
                  </a:lnTo>
                  <a:close/>
                </a:path>
                <a:path w="716915" h="986789">
                  <a:moveTo>
                    <a:pt x="521119" y="87757"/>
                  </a:moveTo>
                  <a:lnTo>
                    <a:pt x="512000" y="85051"/>
                  </a:lnTo>
                  <a:lnTo>
                    <a:pt x="506552" y="82245"/>
                  </a:lnTo>
                  <a:lnTo>
                    <a:pt x="502589" y="77647"/>
                  </a:lnTo>
                  <a:lnTo>
                    <a:pt x="497941" y="69532"/>
                  </a:lnTo>
                  <a:lnTo>
                    <a:pt x="467982" y="94754"/>
                  </a:lnTo>
                  <a:lnTo>
                    <a:pt x="445846" y="102298"/>
                  </a:lnTo>
                  <a:lnTo>
                    <a:pt x="420598" y="91389"/>
                  </a:lnTo>
                  <a:lnTo>
                    <a:pt x="381304" y="61252"/>
                  </a:lnTo>
                  <a:lnTo>
                    <a:pt x="369951" y="72059"/>
                  </a:lnTo>
                  <a:lnTo>
                    <a:pt x="361226" y="75666"/>
                  </a:lnTo>
                  <a:lnTo>
                    <a:pt x="350697" y="72059"/>
                  </a:lnTo>
                  <a:lnTo>
                    <a:pt x="333933" y="61252"/>
                  </a:lnTo>
                  <a:lnTo>
                    <a:pt x="305663" y="90652"/>
                  </a:lnTo>
                  <a:lnTo>
                    <a:pt x="284226" y="101346"/>
                  </a:lnTo>
                  <a:lnTo>
                    <a:pt x="258826" y="94145"/>
                  </a:lnTo>
                  <a:lnTo>
                    <a:pt x="218630" y="69862"/>
                  </a:lnTo>
                  <a:lnTo>
                    <a:pt x="214718" y="77012"/>
                  </a:lnTo>
                  <a:lnTo>
                    <a:pt x="210972" y="81127"/>
                  </a:lnTo>
                  <a:lnTo>
                    <a:pt x="205168" y="83756"/>
                  </a:lnTo>
                  <a:lnTo>
                    <a:pt x="195097" y="86436"/>
                  </a:lnTo>
                  <a:lnTo>
                    <a:pt x="237185" y="185166"/>
                  </a:lnTo>
                  <a:lnTo>
                    <a:pt x="317538" y="170065"/>
                  </a:lnTo>
                  <a:lnTo>
                    <a:pt x="369379" y="165036"/>
                  </a:lnTo>
                  <a:lnTo>
                    <a:pt x="415264" y="170065"/>
                  </a:lnTo>
                  <a:lnTo>
                    <a:pt x="477723" y="185166"/>
                  </a:lnTo>
                  <a:lnTo>
                    <a:pt x="521119" y="87757"/>
                  </a:lnTo>
                  <a:close/>
                </a:path>
                <a:path w="716915" h="986789">
                  <a:moveTo>
                    <a:pt x="554697" y="43116"/>
                  </a:moveTo>
                  <a:lnTo>
                    <a:pt x="552754" y="33489"/>
                  </a:lnTo>
                  <a:lnTo>
                    <a:pt x="547458" y="25628"/>
                  </a:lnTo>
                  <a:lnTo>
                    <a:pt x="539597" y="20332"/>
                  </a:lnTo>
                  <a:lnTo>
                    <a:pt x="529971" y="18389"/>
                  </a:lnTo>
                  <a:lnTo>
                    <a:pt x="520344" y="20332"/>
                  </a:lnTo>
                  <a:lnTo>
                    <a:pt x="512495" y="25628"/>
                  </a:lnTo>
                  <a:lnTo>
                    <a:pt x="507187" y="33489"/>
                  </a:lnTo>
                  <a:lnTo>
                    <a:pt x="505256" y="43116"/>
                  </a:lnTo>
                  <a:lnTo>
                    <a:pt x="507187" y="52730"/>
                  </a:lnTo>
                  <a:lnTo>
                    <a:pt x="512495" y="60591"/>
                  </a:lnTo>
                  <a:lnTo>
                    <a:pt x="520344" y="65887"/>
                  </a:lnTo>
                  <a:lnTo>
                    <a:pt x="529971" y="67830"/>
                  </a:lnTo>
                  <a:lnTo>
                    <a:pt x="539597" y="65887"/>
                  </a:lnTo>
                  <a:lnTo>
                    <a:pt x="547458" y="60591"/>
                  </a:lnTo>
                  <a:lnTo>
                    <a:pt x="552754" y="52730"/>
                  </a:lnTo>
                  <a:lnTo>
                    <a:pt x="554697" y="43116"/>
                  </a:lnTo>
                  <a:close/>
                </a:path>
                <a:path w="716915" h="986789">
                  <a:moveTo>
                    <a:pt x="716851" y="344119"/>
                  </a:moveTo>
                  <a:lnTo>
                    <a:pt x="716229" y="340309"/>
                  </a:lnTo>
                  <a:lnTo>
                    <a:pt x="713447" y="336499"/>
                  </a:lnTo>
                  <a:lnTo>
                    <a:pt x="700100" y="313639"/>
                  </a:lnTo>
                  <a:lnTo>
                    <a:pt x="692683" y="300939"/>
                  </a:lnTo>
                  <a:lnTo>
                    <a:pt x="671195" y="264109"/>
                  </a:lnTo>
                  <a:lnTo>
                    <a:pt x="666826" y="261569"/>
                  </a:lnTo>
                  <a:lnTo>
                    <a:pt x="662927" y="262839"/>
                  </a:lnTo>
                  <a:lnTo>
                    <a:pt x="620636" y="262839"/>
                  </a:lnTo>
                  <a:lnTo>
                    <a:pt x="620636" y="360629"/>
                  </a:lnTo>
                  <a:lnTo>
                    <a:pt x="619391" y="370789"/>
                  </a:lnTo>
                  <a:lnTo>
                    <a:pt x="616902" y="378409"/>
                  </a:lnTo>
                  <a:lnTo>
                    <a:pt x="613968" y="384759"/>
                  </a:lnTo>
                  <a:lnTo>
                    <a:pt x="611416" y="388569"/>
                  </a:lnTo>
                  <a:lnTo>
                    <a:pt x="610616" y="388569"/>
                  </a:lnTo>
                  <a:lnTo>
                    <a:pt x="609231" y="389839"/>
                  </a:lnTo>
                  <a:lnTo>
                    <a:pt x="597471" y="384759"/>
                  </a:lnTo>
                  <a:lnTo>
                    <a:pt x="596455" y="378409"/>
                  </a:lnTo>
                  <a:lnTo>
                    <a:pt x="593115" y="361899"/>
                  </a:lnTo>
                  <a:lnTo>
                    <a:pt x="591527" y="350469"/>
                  </a:lnTo>
                  <a:lnTo>
                    <a:pt x="591286" y="344119"/>
                  </a:lnTo>
                  <a:lnTo>
                    <a:pt x="591337" y="339039"/>
                  </a:lnTo>
                  <a:lnTo>
                    <a:pt x="591489" y="336499"/>
                  </a:lnTo>
                  <a:lnTo>
                    <a:pt x="591566" y="335229"/>
                  </a:lnTo>
                  <a:lnTo>
                    <a:pt x="591845" y="332689"/>
                  </a:lnTo>
                  <a:lnTo>
                    <a:pt x="592759" y="331419"/>
                  </a:lnTo>
                  <a:lnTo>
                    <a:pt x="606780" y="313639"/>
                  </a:lnTo>
                  <a:lnTo>
                    <a:pt x="608139" y="313639"/>
                  </a:lnTo>
                  <a:lnTo>
                    <a:pt x="611492" y="317449"/>
                  </a:lnTo>
                  <a:lnTo>
                    <a:pt x="615911" y="325069"/>
                  </a:lnTo>
                  <a:lnTo>
                    <a:pt x="619569" y="339039"/>
                  </a:lnTo>
                  <a:lnTo>
                    <a:pt x="620636" y="360629"/>
                  </a:lnTo>
                  <a:lnTo>
                    <a:pt x="620636" y="262839"/>
                  </a:lnTo>
                  <a:lnTo>
                    <a:pt x="579031" y="262839"/>
                  </a:lnTo>
                  <a:lnTo>
                    <a:pt x="577011" y="264109"/>
                  </a:lnTo>
                  <a:lnTo>
                    <a:pt x="575995" y="265379"/>
                  </a:lnTo>
                  <a:lnTo>
                    <a:pt x="575081" y="265379"/>
                  </a:lnTo>
                  <a:lnTo>
                    <a:pt x="574332" y="266649"/>
                  </a:lnTo>
                  <a:lnTo>
                    <a:pt x="540131" y="295859"/>
                  </a:lnTo>
                  <a:lnTo>
                    <a:pt x="532777" y="299669"/>
                  </a:lnTo>
                  <a:lnTo>
                    <a:pt x="525805" y="300456"/>
                  </a:lnTo>
                  <a:lnTo>
                    <a:pt x="525805" y="631139"/>
                  </a:lnTo>
                  <a:lnTo>
                    <a:pt x="515200" y="645109"/>
                  </a:lnTo>
                  <a:lnTo>
                    <a:pt x="491197" y="669239"/>
                  </a:lnTo>
                  <a:lnTo>
                    <a:pt x="469823" y="669239"/>
                  </a:lnTo>
                  <a:lnTo>
                    <a:pt x="476097" y="641299"/>
                  </a:lnTo>
                  <a:lnTo>
                    <a:pt x="483006" y="626059"/>
                  </a:lnTo>
                  <a:lnTo>
                    <a:pt x="494906" y="619709"/>
                  </a:lnTo>
                  <a:lnTo>
                    <a:pt x="516128" y="617169"/>
                  </a:lnTo>
                  <a:lnTo>
                    <a:pt x="525335" y="623519"/>
                  </a:lnTo>
                  <a:lnTo>
                    <a:pt x="525805" y="631139"/>
                  </a:lnTo>
                  <a:lnTo>
                    <a:pt x="525805" y="300456"/>
                  </a:lnTo>
                  <a:lnTo>
                    <a:pt x="521360" y="300939"/>
                  </a:lnTo>
                  <a:lnTo>
                    <a:pt x="505625" y="299669"/>
                  </a:lnTo>
                  <a:lnTo>
                    <a:pt x="485406" y="294589"/>
                  </a:lnTo>
                  <a:lnTo>
                    <a:pt x="482511" y="293319"/>
                  </a:lnTo>
                  <a:lnTo>
                    <a:pt x="479526" y="293319"/>
                  </a:lnTo>
                  <a:lnTo>
                    <a:pt x="476427" y="292049"/>
                  </a:lnTo>
                  <a:lnTo>
                    <a:pt x="476237" y="292049"/>
                  </a:lnTo>
                  <a:lnTo>
                    <a:pt x="450469" y="284429"/>
                  </a:lnTo>
                  <a:lnTo>
                    <a:pt x="421627" y="279349"/>
                  </a:lnTo>
                  <a:lnTo>
                    <a:pt x="390169" y="275539"/>
                  </a:lnTo>
                  <a:lnTo>
                    <a:pt x="356654" y="274269"/>
                  </a:lnTo>
                  <a:lnTo>
                    <a:pt x="323151" y="275539"/>
                  </a:lnTo>
                  <a:lnTo>
                    <a:pt x="262851" y="284429"/>
                  </a:lnTo>
                  <a:lnTo>
                    <a:pt x="227190" y="295859"/>
                  </a:lnTo>
                  <a:lnTo>
                    <a:pt x="208140" y="299669"/>
                  </a:lnTo>
                  <a:lnTo>
                    <a:pt x="193814" y="300939"/>
                  </a:lnTo>
                  <a:lnTo>
                    <a:pt x="183603" y="299669"/>
                  </a:lnTo>
                  <a:lnTo>
                    <a:pt x="176872" y="295859"/>
                  </a:lnTo>
                  <a:lnTo>
                    <a:pt x="142506" y="266649"/>
                  </a:lnTo>
                  <a:lnTo>
                    <a:pt x="141757" y="265379"/>
                  </a:lnTo>
                  <a:lnTo>
                    <a:pt x="140855" y="265379"/>
                  </a:lnTo>
                  <a:lnTo>
                    <a:pt x="139827" y="264109"/>
                  </a:lnTo>
                  <a:lnTo>
                    <a:pt x="137820" y="262839"/>
                  </a:lnTo>
                  <a:lnTo>
                    <a:pt x="123380" y="262839"/>
                  </a:lnTo>
                  <a:lnTo>
                    <a:pt x="123380" y="344119"/>
                  </a:lnTo>
                  <a:lnTo>
                    <a:pt x="123240" y="347929"/>
                  </a:lnTo>
                  <a:lnTo>
                    <a:pt x="123139" y="350469"/>
                  </a:lnTo>
                  <a:lnTo>
                    <a:pt x="121564" y="361899"/>
                  </a:lnTo>
                  <a:lnTo>
                    <a:pt x="118224" y="378409"/>
                  </a:lnTo>
                  <a:lnTo>
                    <a:pt x="117182" y="384759"/>
                  </a:lnTo>
                  <a:lnTo>
                    <a:pt x="105435" y="389839"/>
                  </a:lnTo>
                  <a:lnTo>
                    <a:pt x="104051" y="388569"/>
                  </a:lnTo>
                  <a:lnTo>
                    <a:pt x="103263" y="388569"/>
                  </a:lnTo>
                  <a:lnTo>
                    <a:pt x="100698" y="384759"/>
                  </a:lnTo>
                  <a:lnTo>
                    <a:pt x="97777" y="378409"/>
                  </a:lnTo>
                  <a:lnTo>
                    <a:pt x="95288" y="370789"/>
                  </a:lnTo>
                  <a:lnTo>
                    <a:pt x="94030" y="360629"/>
                  </a:lnTo>
                  <a:lnTo>
                    <a:pt x="94843" y="344119"/>
                  </a:lnTo>
                  <a:lnTo>
                    <a:pt x="94970" y="341579"/>
                  </a:lnTo>
                  <a:lnTo>
                    <a:pt x="95097" y="339039"/>
                  </a:lnTo>
                  <a:lnTo>
                    <a:pt x="98755" y="325069"/>
                  </a:lnTo>
                  <a:lnTo>
                    <a:pt x="103174" y="317449"/>
                  </a:lnTo>
                  <a:lnTo>
                    <a:pt x="106540" y="313639"/>
                  </a:lnTo>
                  <a:lnTo>
                    <a:pt x="107873" y="313639"/>
                  </a:lnTo>
                  <a:lnTo>
                    <a:pt x="123380" y="344119"/>
                  </a:lnTo>
                  <a:lnTo>
                    <a:pt x="123380" y="262839"/>
                  </a:lnTo>
                  <a:lnTo>
                    <a:pt x="53911" y="262839"/>
                  </a:lnTo>
                  <a:lnTo>
                    <a:pt x="50012" y="261569"/>
                  </a:lnTo>
                  <a:lnTo>
                    <a:pt x="45656" y="264109"/>
                  </a:lnTo>
                  <a:lnTo>
                    <a:pt x="3403" y="336499"/>
                  </a:lnTo>
                  <a:lnTo>
                    <a:pt x="609" y="340309"/>
                  </a:lnTo>
                  <a:lnTo>
                    <a:pt x="0" y="344119"/>
                  </a:lnTo>
                  <a:lnTo>
                    <a:pt x="29133" y="391109"/>
                  </a:lnTo>
                  <a:lnTo>
                    <a:pt x="31686" y="396189"/>
                  </a:lnTo>
                  <a:lnTo>
                    <a:pt x="35991" y="406349"/>
                  </a:lnTo>
                  <a:lnTo>
                    <a:pt x="39052" y="420319"/>
                  </a:lnTo>
                  <a:lnTo>
                    <a:pt x="37858" y="434289"/>
                  </a:lnTo>
                  <a:lnTo>
                    <a:pt x="32194" y="445719"/>
                  </a:lnTo>
                  <a:lnTo>
                    <a:pt x="24803" y="453339"/>
                  </a:lnTo>
                  <a:lnTo>
                    <a:pt x="16687" y="463499"/>
                  </a:lnTo>
                  <a:lnTo>
                    <a:pt x="8864" y="478739"/>
                  </a:lnTo>
                  <a:lnTo>
                    <a:pt x="6502" y="485089"/>
                  </a:lnTo>
                  <a:lnTo>
                    <a:pt x="5207" y="492709"/>
                  </a:lnTo>
                  <a:lnTo>
                    <a:pt x="5207" y="716229"/>
                  </a:lnTo>
                  <a:lnTo>
                    <a:pt x="8928" y="736549"/>
                  </a:lnTo>
                  <a:lnTo>
                    <a:pt x="17132" y="753059"/>
                  </a:lnTo>
                  <a:lnTo>
                    <a:pt x="25336" y="764489"/>
                  </a:lnTo>
                  <a:lnTo>
                    <a:pt x="29070" y="769569"/>
                  </a:lnTo>
                  <a:lnTo>
                    <a:pt x="128892" y="909269"/>
                  </a:lnTo>
                  <a:lnTo>
                    <a:pt x="272338" y="968959"/>
                  </a:lnTo>
                  <a:lnTo>
                    <a:pt x="235826" y="933399"/>
                  </a:lnTo>
                  <a:lnTo>
                    <a:pt x="201383" y="901649"/>
                  </a:lnTo>
                  <a:lnTo>
                    <a:pt x="199148" y="892759"/>
                  </a:lnTo>
                  <a:lnTo>
                    <a:pt x="201828" y="886409"/>
                  </a:lnTo>
                  <a:lnTo>
                    <a:pt x="202234" y="885139"/>
                  </a:lnTo>
                  <a:lnTo>
                    <a:pt x="213525" y="852119"/>
                  </a:lnTo>
                  <a:lnTo>
                    <a:pt x="234315" y="784809"/>
                  </a:lnTo>
                  <a:lnTo>
                    <a:pt x="253987" y="714959"/>
                  </a:lnTo>
                  <a:lnTo>
                    <a:pt x="261874" y="669239"/>
                  </a:lnTo>
                  <a:lnTo>
                    <a:pt x="258127" y="651459"/>
                  </a:lnTo>
                  <a:lnTo>
                    <a:pt x="250126" y="634949"/>
                  </a:lnTo>
                  <a:lnTo>
                    <a:pt x="244475" y="628307"/>
                  </a:lnTo>
                  <a:lnTo>
                    <a:pt x="244475" y="669239"/>
                  </a:lnTo>
                  <a:lnTo>
                    <a:pt x="223100" y="669239"/>
                  </a:lnTo>
                  <a:lnTo>
                    <a:pt x="201485" y="643839"/>
                  </a:lnTo>
                  <a:lnTo>
                    <a:pt x="194894" y="627329"/>
                  </a:lnTo>
                  <a:lnTo>
                    <a:pt x="196164" y="619709"/>
                  </a:lnTo>
                  <a:lnTo>
                    <a:pt x="198170" y="617169"/>
                  </a:lnTo>
                  <a:lnTo>
                    <a:pt x="220776" y="626059"/>
                  </a:lnTo>
                  <a:lnTo>
                    <a:pt x="234988" y="643839"/>
                  </a:lnTo>
                  <a:lnTo>
                    <a:pt x="242366" y="661619"/>
                  </a:lnTo>
                  <a:lnTo>
                    <a:pt x="244475" y="669239"/>
                  </a:lnTo>
                  <a:lnTo>
                    <a:pt x="244475" y="628307"/>
                  </a:lnTo>
                  <a:lnTo>
                    <a:pt x="239331" y="622249"/>
                  </a:lnTo>
                  <a:lnTo>
                    <a:pt x="232371" y="617169"/>
                  </a:lnTo>
                  <a:lnTo>
                    <a:pt x="227164" y="613359"/>
                  </a:lnTo>
                  <a:lnTo>
                    <a:pt x="260604" y="618439"/>
                  </a:lnTo>
                  <a:lnTo>
                    <a:pt x="276377" y="627329"/>
                  </a:lnTo>
                  <a:lnTo>
                    <a:pt x="278612" y="647649"/>
                  </a:lnTo>
                  <a:lnTo>
                    <a:pt x="271475" y="685749"/>
                  </a:lnTo>
                  <a:lnTo>
                    <a:pt x="260438" y="735279"/>
                  </a:lnTo>
                  <a:lnTo>
                    <a:pt x="247510" y="788619"/>
                  </a:lnTo>
                  <a:lnTo>
                    <a:pt x="236194" y="839419"/>
                  </a:lnTo>
                  <a:lnTo>
                    <a:pt x="229997" y="877519"/>
                  </a:lnTo>
                  <a:lnTo>
                    <a:pt x="229412" y="885139"/>
                  </a:lnTo>
                  <a:lnTo>
                    <a:pt x="229311" y="886409"/>
                  </a:lnTo>
                  <a:lnTo>
                    <a:pt x="231470" y="894029"/>
                  </a:lnTo>
                  <a:lnTo>
                    <a:pt x="236042" y="901649"/>
                  </a:lnTo>
                  <a:lnTo>
                    <a:pt x="243128" y="911809"/>
                  </a:lnTo>
                  <a:lnTo>
                    <a:pt x="251853" y="924509"/>
                  </a:lnTo>
                  <a:lnTo>
                    <a:pt x="281241" y="958799"/>
                  </a:lnTo>
                  <a:lnTo>
                    <a:pt x="321335" y="984199"/>
                  </a:lnTo>
                  <a:lnTo>
                    <a:pt x="328599" y="986739"/>
                  </a:lnTo>
                  <a:lnTo>
                    <a:pt x="332295" y="986739"/>
                  </a:lnTo>
                  <a:lnTo>
                    <a:pt x="352132" y="937209"/>
                  </a:lnTo>
                  <a:lnTo>
                    <a:pt x="351993" y="933399"/>
                  </a:lnTo>
                  <a:lnTo>
                    <a:pt x="347878" y="925779"/>
                  </a:lnTo>
                  <a:lnTo>
                    <a:pt x="343484" y="923239"/>
                  </a:lnTo>
                  <a:lnTo>
                    <a:pt x="330288" y="923239"/>
                  </a:lnTo>
                  <a:lnTo>
                    <a:pt x="322567" y="919429"/>
                  </a:lnTo>
                  <a:lnTo>
                    <a:pt x="313575" y="909269"/>
                  </a:lnTo>
                  <a:lnTo>
                    <a:pt x="311785" y="904189"/>
                  </a:lnTo>
                  <a:lnTo>
                    <a:pt x="311785" y="896569"/>
                  </a:lnTo>
                  <a:lnTo>
                    <a:pt x="315455" y="880059"/>
                  </a:lnTo>
                  <a:lnTo>
                    <a:pt x="325462" y="864819"/>
                  </a:lnTo>
                  <a:lnTo>
                    <a:pt x="340321" y="855929"/>
                  </a:lnTo>
                  <a:lnTo>
                    <a:pt x="358508" y="852119"/>
                  </a:lnTo>
                  <a:lnTo>
                    <a:pt x="376707" y="855929"/>
                  </a:lnTo>
                  <a:lnTo>
                    <a:pt x="391566" y="864819"/>
                  </a:lnTo>
                  <a:lnTo>
                    <a:pt x="401574" y="880059"/>
                  </a:lnTo>
                  <a:lnTo>
                    <a:pt x="405257" y="896569"/>
                  </a:lnTo>
                  <a:lnTo>
                    <a:pt x="405257" y="902919"/>
                  </a:lnTo>
                  <a:lnTo>
                    <a:pt x="402945" y="909269"/>
                  </a:lnTo>
                  <a:lnTo>
                    <a:pt x="394004" y="919429"/>
                  </a:lnTo>
                  <a:lnTo>
                    <a:pt x="387070" y="923239"/>
                  </a:lnTo>
                  <a:lnTo>
                    <a:pt x="374421" y="923239"/>
                  </a:lnTo>
                  <a:lnTo>
                    <a:pt x="369798" y="925779"/>
                  </a:lnTo>
                  <a:lnTo>
                    <a:pt x="366141" y="933399"/>
                  </a:lnTo>
                  <a:lnTo>
                    <a:pt x="366115" y="937209"/>
                  </a:lnTo>
                  <a:lnTo>
                    <a:pt x="385000" y="986739"/>
                  </a:lnTo>
                  <a:lnTo>
                    <a:pt x="432130" y="960069"/>
                  </a:lnTo>
                  <a:lnTo>
                    <a:pt x="462953" y="924509"/>
                  </a:lnTo>
                  <a:lnTo>
                    <a:pt x="471678" y="911809"/>
                  </a:lnTo>
                  <a:lnTo>
                    <a:pt x="478764" y="901649"/>
                  </a:lnTo>
                  <a:lnTo>
                    <a:pt x="483336" y="894029"/>
                  </a:lnTo>
                  <a:lnTo>
                    <a:pt x="485495" y="886409"/>
                  </a:lnTo>
                  <a:lnTo>
                    <a:pt x="484797" y="877519"/>
                  </a:lnTo>
                  <a:lnTo>
                    <a:pt x="480669" y="852119"/>
                  </a:lnTo>
                  <a:lnTo>
                    <a:pt x="478612" y="839419"/>
                  </a:lnTo>
                  <a:lnTo>
                    <a:pt x="467283" y="788619"/>
                  </a:lnTo>
                  <a:lnTo>
                    <a:pt x="454355" y="735279"/>
                  </a:lnTo>
                  <a:lnTo>
                    <a:pt x="443318" y="685749"/>
                  </a:lnTo>
                  <a:lnTo>
                    <a:pt x="444246" y="651459"/>
                  </a:lnTo>
                  <a:lnTo>
                    <a:pt x="444347" y="647649"/>
                  </a:lnTo>
                  <a:lnTo>
                    <a:pt x="444373" y="646379"/>
                  </a:lnTo>
                  <a:lnTo>
                    <a:pt x="460260" y="624789"/>
                  </a:lnTo>
                  <a:lnTo>
                    <a:pt x="478751" y="615899"/>
                  </a:lnTo>
                  <a:lnTo>
                    <a:pt x="487641" y="613359"/>
                  </a:lnTo>
                  <a:lnTo>
                    <a:pt x="475475" y="622249"/>
                  </a:lnTo>
                  <a:lnTo>
                    <a:pt x="464680" y="634949"/>
                  </a:lnTo>
                  <a:lnTo>
                    <a:pt x="456679" y="651459"/>
                  </a:lnTo>
                  <a:lnTo>
                    <a:pt x="452932" y="669239"/>
                  </a:lnTo>
                  <a:lnTo>
                    <a:pt x="460819" y="714959"/>
                  </a:lnTo>
                  <a:lnTo>
                    <a:pt x="480479" y="784809"/>
                  </a:lnTo>
                  <a:lnTo>
                    <a:pt x="501281" y="852119"/>
                  </a:lnTo>
                  <a:lnTo>
                    <a:pt x="512572" y="885139"/>
                  </a:lnTo>
                  <a:lnTo>
                    <a:pt x="512711" y="885139"/>
                  </a:lnTo>
                  <a:lnTo>
                    <a:pt x="515670" y="892759"/>
                  </a:lnTo>
                  <a:lnTo>
                    <a:pt x="513422" y="901649"/>
                  </a:lnTo>
                  <a:lnTo>
                    <a:pt x="507657" y="906729"/>
                  </a:lnTo>
                  <a:lnTo>
                    <a:pt x="483908" y="929589"/>
                  </a:lnTo>
                  <a:lnTo>
                    <a:pt x="444055" y="968959"/>
                  </a:lnTo>
                  <a:lnTo>
                    <a:pt x="563295" y="927049"/>
                  </a:lnTo>
                  <a:lnTo>
                    <a:pt x="687311" y="769569"/>
                  </a:lnTo>
                  <a:lnTo>
                    <a:pt x="700239" y="754329"/>
                  </a:lnTo>
                  <a:lnTo>
                    <a:pt x="706882" y="744169"/>
                  </a:lnTo>
                  <a:lnTo>
                    <a:pt x="709320" y="732739"/>
                  </a:lnTo>
                  <a:lnTo>
                    <a:pt x="709676" y="716229"/>
                  </a:lnTo>
                  <a:lnTo>
                    <a:pt x="709676" y="669239"/>
                  </a:lnTo>
                  <a:lnTo>
                    <a:pt x="709676" y="617169"/>
                  </a:lnTo>
                  <a:lnTo>
                    <a:pt x="709676" y="613359"/>
                  </a:lnTo>
                  <a:lnTo>
                    <a:pt x="709676" y="492709"/>
                  </a:lnTo>
                  <a:lnTo>
                    <a:pt x="708367" y="485089"/>
                  </a:lnTo>
                  <a:lnTo>
                    <a:pt x="706005" y="478739"/>
                  </a:lnTo>
                  <a:lnTo>
                    <a:pt x="698284" y="463499"/>
                  </a:lnTo>
                  <a:lnTo>
                    <a:pt x="690181" y="453339"/>
                  </a:lnTo>
                  <a:lnTo>
                    <a:pt x="682777" y="445719"/>
                  </a:lnTo>
                  <a:lnTo>
                    <a:pt x="677113" y="434289"/>
                  </a:lnTo>
                  <a:lnTo>
                    <a:pt x="675436" y="424129"/>
                  </a:lnTo>
                  <a:lnTo>
                    <a:pt x="676173" y="415239"/>
                  </a:lnTo>
                  <a:lnTo>
                    <a:pt x="678294" y="408889"/>
                  </a:lnTo>
                  <a:lnTo>
                    <a:pt x="680758" y="402539"/>
                  </a:lnTo>
                  <a:lnTo>
                    <a:pt x="688644" y="389839"/>
                  </a:lnTo>
                  <a:lnTo>
                    <a:pt x="714667" y="347929"/>
                  </a:lnTo>
                  <a:lnTo>
                    <a:pt x="716851" y="344119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102055" y="2657938"/>
            <a:ext cx="6353175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dirty="0">
                <a:solidFill>
                  <a:srgbClr val="2D1A46"/>
                </a:solidFill>
                <a:latin typeface="Times New Roman"/>
                <a:cs typeface="Times New Roman"/>
              </a:rPr>
              <a:t>La</a:t>
            </a:r>
            <a:r>
              <a:rPr sz="2550" spc="-2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2D1A46"/>
                </a:solidFill>
                <a:latin typeface="Times New Roman"/>
                <a:cs typeface="Times New Roman"/>
              </a:rPr>
              <a:t>tranquilidad</a:t>
            </a:r>
            <a:r>
              <a:rPr sz="2550" spc="-1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2550" spc="-1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2D1A46"/>
                </a:solidFill>
                <a:latin typeface="Times New Roman"/>
                <a:cs typeface="Times New Roman"/>
              </a:rPr>
              <a:t>poder</a:t>
            </a:r>
            <a:r>
              <a:rPr sz="2550" spc="-2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2D1A46"/>
                </a:solidFill>
                <a:latin typeface="Times New Roman"/>
                <a:cs typeface="Times New Roman"/>
              </a:rPr>
              <a:t>centrarte</a:t>
            </a:r>
            <a:r>
              <a:rPr sz="2550" spc="-1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2D1A46"/>
                </a:solidFill>
                <a:latin typeface="Times New Roman"/>
                <a:cs typeface="Times New Roman"/>
              </a:rPr>
              <a:t>en</a:t>
            </a:r>
            <a:r>
              <a:rPr sz="2550" spc="-1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2D1A46"/>
                </a:solidFill>
                <a:latin typeface="Times New Roman"/>
                <a:cs typeface="Times New Roman"/>
              </a:rPr>
              <a:t>tu</a:t>
            </a:r>
            <a:r>
              <a:rPr sz="2550" spc="-2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550" spc="-10" dirty="0">
                <a:solidFill>
                  <a:srgbClr val="2D1A46"/>
                </a:solidFill>
                <a:latin typeface="Times New Roman"/>
                <a:cs typeface="Times New Roman"/>
              </a:rPr>
              <a:t>negocio.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00895" y="1459134"/>
            <a:ext cx="14893632" cy="709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¿Por</a:t>
            </a:r>
            <a:r>
              <a:rPr spc="5" dirty="0"/>
              <a:t> </a:t>
            </a:r>
            <a:r>
              <a:rPr dirty="0"/>
              <a:t>qué</a:t>
            </a:r>
            <a:r>
              <a:rPr spc="5" dirty="0"/>
              <a:t> </a:t>
            </a:r>
            <a:r>
              <a:rPr dirty="0"/>
              <a:t>gana</a:t>
            </a:r>
            <a:r>
              <a:rPr spc="5" dirty="0"/>
              <a:t> </a:t>
            </a:r>
            <a:r>
              <a:rPr dirty="0"/>
              <a:t>tu</a:t>
            </a:r>
            <a:r>
              <a:rPr spc="5" dirty="0"/>
              <a:t> </a:t>
            </a:r>
            <a:r>
              <a:rPr dirty="0"/>
              <a:t>empresa</a:t>
            </a:r>
            <a:r>
              <a:rPr spc="5" dirty="0"/>
              <a:t> </a:t>
            </a:r>
            <a:r>
              <a:rPr dirty="0"/>
              <a:t>al</a:t>
            </a:r>
            <a:r>
              <a:rPr spc="5" dirty="0"/>
              <a:t> </a:t>
            </a:r>
            <a:r>
              <a:rPr dirty="0"/>
              <a:t>tener</a:t>
            </a:r>
            <a:r>
              <a:rPr spc="5" dirty="0"/>
              <a:t> </a:t>
            </a:r>
            <a:r>
              <a:rPr dirty="0"/>
              <a:t>un</a:t>
            </a:r>
            <a:r>
              <a:rPr spc="5" dirty="0"/>
              <a:t> </a:t>
            </a:r>
            <a:r>
              <a:rPr lang="es-ES" spc="-20" dirty="0"/>
              <a:t>CFO Externo</a:t>
            </a:r>
            <a:r>
              <a:rPr spc="-20" dirty="0"/>
              <a:t>?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7672049" y="6488812"/>
            <a:ext cx="4513601" cy="558800"/>
            <a:chOff x="7997000" y="6488812"/>
            <a:chExt cx="3607435" cy="558800"/>
          </a:xfrm>
        </p:grpSpPr>
        <p:sp>
          <p:nvSpPr>
            <p:cNvPr id="10" name="object 10"/>
            <p:cNvSpPr/>
            <p:nvPr/>
          </p:nvSpPr>
          <p:spPr>
            <a:xfrm>
              <a:off x="8000926" y="6492739"/>
              <a:ext cx="3599815" cy="551180"/>
            </a:xfrm>
            <a:custGeom>
              <a:avLst/>
              <a:gdLst/>
              <a:ahLst/>
              <a:cxnLst/>
              <a:rect l="l" t="t" r="r" b="b"/>
              <a:pathLst>
                <a:path w="3599815" h="551179">
                  <a:moveTo>
                    <a:pt x="3324097" y="0"/>
                  </a:moveTo>
                  <a:lnTo>
                    <a:pt x="275290" y="0"/>
                  </a:lnTo>
                  <a:lnTo>
                    <a:pt x="225806" y="4435"/>
                  </a:lnTo>
                  <a:lnTo>
                    <a:pt x="179232" y="17222"/>
                  </a:lnTo>
                  <a:lnTo>
                    <a:pt x="136346" y="37585"/>
                  </a:lnTo>
                  <a:lnTo>
                    <a:pt x="97924" y="64745"/>
                  </a:lnTo>
                  <a:lnTo>
                    <a:pt x="64745" y="97924"/>
                  </a:lnTo>
                  <a:lnTo>
                    <a:pt x="37585" y="136346"/>
                  </a:lnTo>
                  <a:lnTo>
                    <a:pt x="17222" y="179232"/>
                  </a:lnTo>
                  <a:lnTo>
                    <a:pt x="4435" y="225806"/>
                  </a:lnTo>
                  <a:lnTo>
                    <a:pt x="0" y="275290"/>
                  </a:lnTo>
                  <a:lnTo>
                    <a:pt x="4435" y="324773"/>
                  </a:lnTo>
                  <a:lnTo>
                    <a:pt x="17222" y="371347"/>
                  </a:lnTo>
                  <a:lnTo>
                    <a:pt x="37585" y="414233"/>
                  </a:lnTo>
                  <a:lnTo>
                    <a:pt x="64745" y="452655"/>
                  </a:lnTo>
                  <a:lnTo>
                    <a:pt x="97924" y="485834"/>
                  </a:lnTo>
                  <a:lnTo>
                    <a:pt x="136346" y="512994"/>
                  </a:lnTo>
                  <a:lnTo>
                    <a:pt x="179232" y="533357"/>
                  </a:lnTo>
                  <a:lnTo>
                    <a:pt x="225806" y="546144"/>
                  </a:lnTo>
                  <a:lnTo>
                    <a:pt x="275290" y="550580"/>
                  </a:lnTo>
                  <a:lnTo>
                    <a:pt x="3324097" y="550580"/>
                  </a:lnTo>
                  <a:lnTo>
                    <a:pt x="3373581" y="546144"/>
                  </a:lnTo>
                  <a:lnTo>
                    <a:pt x="3420154" y="533357"/>
                  </a:lnTo>
                  <a:lnTo>
                    <a:pt x="3463041" y="512994"/>
                  </a:lnTo>
                  <a:lnTo>
                    <a:pt x="3501463" y="485834"/>
                  </a:lnTo>
                  <a:lnTo>
                    <a:pt x="3534642" y="452655"/>
                  </a:lnTo>
                  <a:lnTo>
                    <a:pt x="3561802" y="414233"/>
                  </a:lnTo>
                  <a:lnTo>
                    <a:pt x="3582164" y="371347"/>
                  </a:lnTo>
                  <a:lnTo>
                    <a:pt x="3594952" y="324773"/>
                  </a:lnTo>
                  <a:lnTo>
                    <a:pt x="3599387" y="275290"/>
                  </a:lnTo>
                  <a:lnTo>
                    <a:pt x="3594952" y="225806"/>
                  </a:lnTo>
                  <a:lnTo>
                    <a:pt x="3582164" y="179232"/>
                  </a:lnTo>
                  <a:lnTo>
                    <a:pt x="3561802" y="136346"/>
                  </a:lnTo>
                  <a:lnTo>
                    <a:pt x="3534642" y="97924"/>
                  </a:lnTo>
                  <a:lnTo>
                    <a:pt x="3501463" y="64745"/>
                  </a:lnTo>
                  <a:lnTo>
                    <a:pt x="3463041" y="37585"/>
                  </a:lnTo>
                  <a:lnTo>
                    <a:pt x="3420154" y="17222"/>
                  </a:lnTo>
                  <a:lnTo>
                    <a:pt x="3373581" y="4435"/>
                  </a:lnTo>
                  <a:lnTo>
                    <a:pt x="3324097" y="0"/>
                  </a:lnTo>
                  <a:close/>
                </a:path>
              </a:pathLst>
            </a:custGeom>
            <a:solidFill>
              <a:srgbClr val="FFE7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00926" y="6492739"/>
              <a:ext cx="3599815" cy="551180"/>
            </a:xfrm>
            <a:custGeom>
              <a:avLst/>
              <a:gdLst/>
              <a:ahLst/>
              <a:cxnLst/>
              <a:rect l="l" t="t" r="r" b="b"/>
              <a:pathLst>
                <a:path w="3599815" h="551179">
                  <a:moveTo>
                    <a:pt x="0" y="275290"/>
                  </a:moveTo>
                  <a:lnTo>
                    <a:pt x="4435" y="225806"/>
                  </a:lnTo>
                  <a:lnTo>
                    <a:pt x="17222" y="179232"/>
                  </a:lnTo>
                  <a:lnTo>
                    <a:pt x="37585" y="136346"/>
                  </a:lnTo>
                  <a:lnTo>
                    <a:pt x="64745" y="97924"/>
                  </a:lnTo>
                  <a:lnTo>
                    <a:pt x="97924" y="64745"/>
                  </a:lnTo>
                  <a:lnTo>
                    <a:pt x="136346" y="37585"/>
                  </a:lnTo>
                  <a:lnTo>
                    <a:pt x="179232" y="17222"/>
                  </a:lnTo>
                  <a:lnTo>
                    <a:pt x="225806" y="4435"/>
                  </a:lnTo>
                  <a:lnTo>
                    <a:pt x="275290" y="0"/>
                  </a:lnTo>
                  <a:lnTo>
                    <a:pt x="3324097" y="0"/>
                  </a:lnTo>
                  <a:lnTo>
                    <a:pt x="3373581" y="4435"/>
                  </a:lnTo>
                  <a:lnTo>
                    <a:pt x="3420154" y="17222"/>
                  </a:lnTo>
                  <a:lnTo>
                    <a:pt x="3463041" y="37585"/>
                  </a:lnTo>
                  <a:lnTo>
                    <a:pt x="3501463" y="64745"/>
                  </a:lnTo>
                  <a:lnTo>
                    <a:pt x="3534642" y="97924"/>
                  </a:lnTo>
                  <a:lnTo>
                    <a:pt x="3561802" y="136346"/>
                  </a:lnTo>
                  <a:lnTo>
                    <a:pt x="3582164" y="179232"/>
                  </a:lnTo>
                  <a:lnTo>
                    <a:pt x="3594952" y="225806"/>
                  </a:lnTo>
                  <a:lnTo>
                    <a:pt x="3599387" y="275290"/>
                  </a:lnTo>
                  <a:lnTo>
                    <a:pt x="3594952" y="324773"/>
                  </a:lnTo>
                  <a:lnTo>
                    <a:pt x="3582164" y="371347"/>
                  </a:lnTo>
                  <a:lnTo>
                    <a:pt x="3561802" y="414233"/>
                  </a:lnTo>
                  <a:lnTo>
                    <a:pt x="3534642" y="452655"/>
                  </a:lnTo>
                  <a:lnTo>
                    <a:pt x="3501463" y="485834"/>
                  </a:lnTo>
                  <a:lnTo>
                    <a:pt x="3463041" y="512994"/>
                  </a:lnTo>
                  <a:lnTo>
                    <a:pt x="3420154" y="533357"/>
                  </a:lnTo>
                  <a:lnTo>
                    <a:pt x="3373581" y="546144"/>
                  </a:lnTo>
                  <a:lnTo>
                    <a:pt x="3324097" y="550580"/>
                  </a:lnTo>
                  <a:lnTo>
                    <a:pt x="275290" y="550580"/>
                  </a:lnTo>
                  <a:lnTo>
                    <a:pt x="225806" y="546144"/>
                  </a:lnTo>
                  <a:lnTo>
                    <a:pt x="179232" y="533357"/>
                  </a:lnTo>
                  <a:lnTo>
                    <a:pt x="136346" y="512994"/>
                  </a:lnTo>
                  <a:lnTo>
                    <a:pt x="97924" y="485834"/>
                  </a:lnTo>
                  <a:lnTo>
                    <a:pt x="64745" y="452655"/>
                  </a:lnTo>
                  <a:lnTo>
                    <a:pt x="37585" y="414233"/>
                  </a:lnTo>
                  <a:lnTo>
                    <a:pt x="17222" y="371347"/>
                  </a:lnTo>
                  <a:lnTo>
                    <a:pt x="4435" y="324773"/>
                  </a:lnTo>
                  <a:lnTo>
                    <a:pt x="0" y="275290"/>
                  </a:lnTo>
                  <a:close/>
                </a:path>
              </a:pathLst>
            </a:custGeom>
            <a:ln w="7853">
              <a:solidFill>
                <a:srgbClr val="2D1A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129878" y="6592185"/>
            <a:ext cx="4069184" cy="3391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s-ES" sz="2100" dirty="0">
                <a:solidFill>
                  <a:srgbClr val="2D1A46"/>
                </a:solidFill>
                <a:latin typeface="Mongolian Baiti"/>
                <a:cs typeface="Mongolian Baiti"/>
              </a:rPr>
              <a:t>BeFin™ | CFO Externo</a:t>
            </a:r>
            <a:endParaRPr sz="2100" dirty="0">
              <a:latin typeface="Mongolian Baiti"/>
              <a:cs typeface="Mongolian Bait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01008" y="6309293"/>
            <a:ext cx="88007" cy="8800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150147" y="3449577"/>
            <a:ext cx="5695315" cy="2797175"/>
            <a:chOff x="4150147" y="3449577"/>
            <a:chExt cx="5695315" cy="2797175"/>
          </a:xfrm>
        </p:grpSpPr>
        <p:sp>
          <p:nvSpPr>
            <p:cNvPr id="15" name="object 15"/>
            <p:cNvSpPr/>
            <p:nvPr/>
          </p:nvSpPr>
          <p:spPr>
            <a:xfrm>
              <a:off x="4150147" y="3722583"/>
              <a:ext cx="5695315" cy="2524125"/>
            </a:xfrm>
            <a:custGeom>
              <a:avLst/>
              <a:gdLst/>
              <a:ahLst/>
              <a:cxnLst/>
              <a:rect l="l" t="t" r="r" b="b"/>
              <a:pathLst>
                <a:path w="5695315" h="2524125">
                  <a:moveTo>
                    <a:pt x="5529946" y="0"/>
                  </a:moveTo>
                  <a:lnTo>
                    <a:pt x="165209" y="0"/>
                  </a:lnTo>
                  <a:lnTo>
                    <a:pt x="121290" y="5901"/>
                  </a:lnTo>
                  <a:lnTo>
                    <a:pt x="81824" y="22555"/>
                  </a:lnTo>
                  <a:lnTo>
                    <a:pt x="48388" y="48388"/>
                  </a:lnTo>
                  <a:lnTo>
                    <a:pt x="22555" y="81824"/>
                  </a:lnTo>
                  <a:lnTo>
                    <a:pt x="5901" y="121290"/>
                  </a:lnTo>
                  <a:lnTo>
                    <a:pt x="0" y="165209"/>
                  </a:lnTo>
                  <a:lnTo>
                    <a:pt x="0" y="2358441"/>
                  </a:lnTo>
                  <a:lnTo>
                    <a:pt x="5901" y="2402360"/>
                  </a:lnTo>
                  <a:lnTo>
                    <a:pt x="22555" y="2441825"/>
                  </a:lnTo>
                  <a:lnTo>
                    <a:pt x="48388" y="2475262"/>
                  </a:lnTo>
                  <a:lnTo>
                    <a:pt x="81824" y="2501095"/>
                  </a:lnTo>
                  <a:lnTo>
                    <a:pt x="121290" y="2517749"/>
                  </a:lnTo>
                  <a:lnTo>
                    <a:pt x="165209" y="2523650"/>
                  </a:lnTo>
                  <a:lnTo>
                    <a:pt x="5529946" y="2523650"/>
                  </a:lnTo>
                  <a:lnTo>
                    <a:pt x="5573866" y="2517749"/>
                  </a:lnTo>
                  <a:lnTo>
                    <a:pt x="5613331" y="2501095"/>
                  </a:lnTo>
                  <a:lnTo>
                    <a:pt x="5646767" y="2475262"/>
                  </a:lnTo>
                  <a:lnTo>
                    <a:pt x="5672600" y="2441825"/>
                  </a:lnTo>
                  <a:lnTo>
                    <a:pt x="5689255" y="2402360"/>
                  </a:lnTo>
                  <a:lnTo>
                    <a:pt x="5695156" y="2358441"/>
                  </a:lnTo>
                  <a:lnTo>
                    <a:pt x="5695156" y="165209"/>
                  </a:lnTo>
                  <a:lnTo>
                    <a:pt x="5689255" y="121290"/>
                  </a:lnTo>
                  <a:lnTo>
                    <a:pt x="5672600" y="81824"/>
                  </a:lnTo>
                  <a:lnTo>
                    <a:pt x="5646767" y="48388"/>
                  </a:lnTo>
                  <a:lnTo>
                    <a:pt x="5613331" y="22555"/>
                  </a:lnTo>
                  <a:lnTo>
                    <a:pt x="5573866" y="5901"/>
                  </a:lnTo>
                  <a:lnTo>
                    <a:pt x="5529946" y="0"/>
                  </a:lnTo>
                  <a:close/>
                </a:path>
              </a:pathLst>
            </a:custGeom>
            <a:solidFill>
              <a:srgbClr val="FFF6E0">
                <a:alpha val="7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85582" y="3449577"/>
              <a:ext cx="824865" cy="824865"/>
            </a:xfrm>
            <a:custGeom>
              <a:avLst/>
              <a:gdLst/>
              <a:ahLst/>
              <a:cxnLst/>
              <a:rect l="l" t="t" r="r" b="b"/>
              <a:pathLst>
                <a:path w="824865" h="824864">
                  <a:moveTo>
                    <a:pt x="412144" y="0"/>
                  </a:moveTo>
                  <a:lnTo>
                    <a:pt x="364078" y="2772"/>
                  </a:lnTo>
                  <a:lnTo>
                    <a:pt x="317641" y="10885"/>
                  </a:lnTo>
                  <a:lnTo>
                    <a:pt x="273143" y="24028"/>
                  </a:lnTo>
                  <a:lnTo>
                    <a:pt x="230891" y="41891"/>
                  </a:lnTo>
                  <a:lnTo>
                    <a:pt x="191196" y="64167"/>
                  </a:lnTo>
                  <a:lnTo>
                    <a:pt x="154366" y="90545"/>
                  </a:lnTo>
                  <a:lnTo>
                    <a:pt x="120712" y="120716"/>
                  </a:lnTo>
                  <a:lnTo>
                    <a:pt x="90541" y="154371"/>
                  </a:lnTo>
                  <a:lnTo>
                    <a:pt x="64164" y="191200"/>
                  </a:lnTo>
                  <a:lnTo>
                    <a:pt x="41889" y="230895"/>
                  </a:lnTo>
                  <a:lnTo>
                    <a:pt x="24026" y="273147"/>
                  </a:lnTo>
                  <a:lnTo>
                    <a:pt x="10884" y="317645"/>
                  </a:lnTo>
                  <a:lnTo>
                    <a:pt x="2772" y="364080"/>
                  </a:lnTo>
                  <a:lnTo>
                    <a:pt x="0" y="412144"/>
                  </a:lnTo>
                  <a:lnTo>
                    <a:pt x="2772" y="460210"/>
                  </a:lnTo>
                  <a:lnTo>
                    <a:pt x="10884" y="506647"/>
                  </a:lnTo>
                  <a:lnTo>
                    <a:pt x="24026" y="551146"/>
                  </a:lnTo>
                  <a:lnTo>
                    <a:pt x="41889" y="593397"/>
                  </a:lnTo>
                  <a:lnTo>
                    <a:pt x="64164" y="633092"/>
                  </a:lnTo>
                  <a:lnTo>
                    <a:pt x="90541" y="669922"/>
                  </a:lnTo>
                  <a:lnTo>
                    <a:pt x="120712" y="703576"/>
                  </a:lnTo>
                  <a:lnTo>
                    <a:pt x="154366" y="733747"/>
                  </a:lnTo>
                  <a:lnTo>
                    <a:pt x="191196" y="760124"/>
                  </a:lnTo>
                  <a:lnTo>
                    <a:pt x="230891" y="782399"/>
                  </a:lnTo>
                  <a:lnTo>
                    <a:pt x="273143" y="800262"/>
                  </a:lnTo>
                  <a:lnTo>
                    <a:pt x="317641" y="813404"/>
                  </a:lnTo>
                  <a:lnTo>
                    <a:pt x="364078" y="821516"/>
                  </a:lnTo>
                  <a:lnTo>
                    <a:pt x="412144" y="824289"/>
                  </a:lnTo>
                  <a:lnTo>
                    <a:pt x="460208" y="821516"/>
                  </a:lnTo>
                  <a:lnTo>
                    <a:pt x="506643" y="813404"/>
                  </a:lnTo>
                  <a:lnTo>
                    <a:pt x="551141" y="800262"/>
                  </a:lnTo>
                  <a:lnTo>
                    <a:pt x="593393" y="782399"/>
                  </a:lnTo>
                  <a:lnTo>
                    <a:pt x="633088" y="760124"/>
                  </a:lnTo>
                  <a:lnTo>
                    <a:pt x="669917" y="733747"/>
                  </a:lnTo>
                  <a:lnTo>
                    <a:pt x="703572" y="703576"/>
                  </a:lnTo>
                  <a:lnTo>
                    <a:pt x="733743" y="669922"/>
                  </a:lnTo>
                  <a:lnTo>
                    <a:pt x="760121" y="633092"/>
                  </a:lnTo>
                  <a:lnTo>
                    <a:pt x="782397" y="593397"/>
                  </a:lnTo>
                  <a:lnTo>
                    <a:pt x="800261" y="551146"/>
                  </a:lnTo>
                  <a:lnTo>
                    <a:pt x="813403" y="506647"/>
                  </a:lnTo>
                  <a:lnTo>
                    <a:pt x="821516" y="460210"/>
                  </a:lnTo>
                  <a:lnTo>
                    <a:pt x="824289" y="412144"/>
                  </a:lnTo>
                  <a:lnTo>
                    <a:pt x="821516" y="364080"/>
                  </a:lnTo>
                  <a:lnTo>
                    <a:pt x="813403" y="317645"/>
                  </a:lnTo>
                  <a:lnTo>
                    <a:pt x="800261" y="273147"/>
                  </a:lnTo>
                  <a:lnTo>
                    <a:pt x="782397" y="230895"/>
                  </a:lnTo>
                  <a:lnTo>
                    <a:pt x="760121" y="191200"/>
                  </a:lnTo>
                  <a:lnTo>
                    <a:pt x="733743" y="154371"/>
                  </a:lnTo>
                  <a:lnTo>
                    <a:pt x="703572" y="120716"/>
                  </a:lnTo>
                  <a:lnTo>
                    <a:pt x="669917" y="90545"/>
                  </a:lnTo>
                  <a:lnTo>
                    <a:pt x="633088" y="64167"/>
                  </a:lnTo>
                  <a:lnTo>
                    <a:pt x="593393" y="41891"/>
                  </a:lnTo>
                  <a:lnTo>
                    <a:pt x="551141" y="24028"/>
                  </a:lnTo>
                  <a:lnTo>
                    <a:pt x="506643" y="10885"/>
                  </a:lnTo>
                  <a:lnTo>
                    <a:pt x="460208" y="2772"/>
                  </a:lnTo>
                  <a:lnTo>
                    <a:pt x="412144" y="0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0299212" y="3449577"/>
            <a:ext cx="5695315" cy="2797175"/>
            <a:chOff x="10299212" y="3449577"/>
            <a:chExt cx="5695315" cy="2797175"/>
          </a:xfrm>
        </p:grpSpPr>
        <p:sp>
          <p:nvSpPr>
            <p:cNvPr id="18" name="object 18"/>
            <p:cNvSpPr/>
            <p:nvPr/>
          </p:nvSpPr>
          <p:spPr>
            <a:xfrm>
              <a:off x="10299212" y="3722583"/>
              <a:ext cx="5695315" cy="2524125"/>
            </a:xfrm>
            <a:custGeom>
              <a:avLst/>
              <a:gdLst/>
              <a:ahLst/>
              <a:cxnLst/>
              <a:rect l="l" t="t" r="r" b="b"/>
              <a:pathLst>
                <a:path w="5695315" h="2524125">
                  <a:moveTo>
                    <a:pt x="5529946" y="0"/>
                  </a:moveTo>
                  <a:lnTo>
                    <a:pt x="165209" y="0"/>
                  </a:lnTo>
                  <a:lnTo>
                    <a:pt x="121290" y="5901"/>
                  </a:lnTo>
                  <a:lnTo>
                    <a:pt x="81824" y="22555"/>
                  </a:lnTo>
                  <a:lnTo>
                    <a:pt x="48388" y="48388"/>
                  </a:lnTo>
                  <a:lnTo>
                    <a:pt x="22555" y="81824"/>
                  </a:lnTo>
                  <a:lnTo>
                    <a:pt x="5901" y="121290"/>
                  </a:lnTo>
                  <a:lnTo>
                    <a:pt x="0" y="165209"/>
                  </a:lnTo>
                  <a:lnTo>
                    <a:pt x="0" y="2358441"/>
                  </a:lnTo>
                  <a:lnTo>
                    <a:pt x="5901" y="2402360"/>
                  </a:lnTo>
                  <a:lnTo>
                    <a:pt x="22555" y="2441825"/>
                  </a:lnTo>
                  <a:lnTo>
                    <a:pt x="48388" y="2475262"/>
                  </a:lnTo>
                  <a:lnTo>
                    <a:pt x="81824" y="2501095"/>
                  </a:lnTo>
                  <a:lnTo>
                    <a:pt x="121290" y="2517749"/>
                  </a:lnTo>
                  <a:lnTo>
                    <a:pt x="165209" y="2523650"/>
                  </a:lnTo>
                  <a:lnTo>
                    <a:pt x="5529946" y="2523650"/>
                  </a:lnTo>
                  <a:lnTo>
                    <a:pt x="5573866" y="2517749"/>
                  </a:lnTo>
                  <a:lnTo>
                    <a:pt x="5613331" y="2501095"/>
                  </a:lnTo>
                  <a:lnTo>
                    <a:pt x="5646767" y="2475262"/>
                  </a:lnTo>
                  <a:lnTo>
                    <a:pt x="5672600" y="2441825"/>
                  </a:lnTo>
                  <a:lnTo>
                    <a:pt x="5689255" y="2402360"/>
                  </a:lnTo>
                  <a:lnTo>
                    <a:pt x="5695156" y="2358441"/>
                  </a:lnTo>
                  <a:lnTo>
                    <a:pt x="5695156" y="165209"/>
                  </a:lnTo>
                  <a:lnTo>
                    <a:pt x="5689255" y="121290"/>
                  </a:lnTo>
                  <a:lnTo>
                    <a:pt x="5672600" y="81824"/>
                  </a:lnTo>
                  <a:lnTo>
                    <a:pt x="5646767" y="48388"/>
                  </a:lnTo>
                  <a:lnTo>
                    <a:pt x="5613331" y="22555"/>
                  </a:lnTo>
                  <a:lnTo>
                    <a:pt x="5573866" y="5901"/>
                  </a:lnTo>
                  <a:lnTo>
                    <a:pt x="5529946" y="0"/>
                  </a:lnTo>
                  <a:close/>
                </a:path>
              </a:pathLst>
            </a:custGeom>
            <a:solidFill>
              <a:srgbClr val="FFF6E0">
                <a:alpha val="7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34647" y="3449577"/>
              <a:ext cx="824865" cy="824865"/>
            </a:xfrm>
            <a:custGeom>
              <a:avLst/>
              <a:gdLst/>
              <a:ahLst/>
              <a:cxnLst/>
              <a:rect l="l" t="t" r="r" b="b"/>
              <a:pathLst>
                <a:path w="824865" h="824864">
                  <a:moveTo>
                    <a:pt x="412144" y="0"/>
                  </a:moveTo>
                  <a:lnTo>
                    <a:pt x="364078" y="2772"/>
                  </a:lnTo>
                  <a:lnTo>
                    <a:pt x="317641" y="10885"/>
                  </a:lnTo>
                  <a:lnTo>
                    <a:pt x="273143" y="24028"/>
                  </a:lnTo>
                  <a:lnTo>
                    <a:pt x="230891" y="41891"/>
                  </a:lnTo>
                  <a:lnTo>
                    <a:pt x="191196" y="64167"/>
                  </a:lnTo>
                  <a:lnTo>
                    <a:pt x="154366" y="90545"/>
                  </a:lnTo>
                  <a:lnTo>
                    <a:pt x="120712" y="120716"/>
                  </a:lnTo>
                  <a:lnTo>
                    <a:pt x="90541" y="154371"/>
                  </a:lnTo>
                  <a:lnTo>
                    <a:pt x="64164" y="191200"/>
                  </a:lnTo>
                  <a:lnTo>
                    <a:pt x="41889" y="230895"/>
                  </a:lnTo>
                  <a:lnTo>
                    <a:pt x="24026" y="273147"/>
                  </a:lnTo>
                  <a:lnTo>
                    <a:pt x="10884" y="317645"/>
                  </a:lnTo>
                  <a:lnTo>
                    <a:pt x="2772" y="364080"/>
                  </a:lnTo>
                  <a:lnTo>
                    <a:pt x="0" y="412144"/>
                  </a:lnTo>
                  <a:lnTo>
                    <a:pt x="2772" y="460210"/>
                  </a:lnTo>
                  <a:lnTo>
                    <a:pt x="10884" y="506647"/>
                  </a:lnTo>
                  <a:lnTo>
                    <a:pt x="24026" y="551146"/>
                  </a:lnTo>
                  <a:lnTo>
                    <a:pt x="41889" y="593397"/>
                  </a:lnTo>
                  <a:lnTo>
                    <a:pt x="64164" y="633092"/>
                  </a:lnTo>
                  <a:lnTo>
                    <a:pt x="90541" y="669922"/>
                  </a:lnTo>
                  <a:lnTo>
                    <a:pt x="120712" y="703576"/>
                  </a:lnTo>
                  <a:lnTo>
                    <a:pt x="154366" y="733747"/>
                  </a:lnTo>
                  <a:lnTo>
                    <a:pt x="191196" y="760124"/>
                  </a:lnTo>
                  <a:lnTo>
                    <a:pt x="230891" y="782399"/>
                  </a:lnTo>
                  <a:lnTo>
                    <a:pt x="273143" y="800262"/>
                  </a:lnTo>
                  <a:lnTo>
                    <a:pt x="317641" y="813404"/>
                  </a:lnTo>
                  <a:lnTo>
                    <a:pt x="364078" y="821516"/>
                  </a:lnTo>
                  <a:lnTo>
                    <a:pt x="412144" y="824289"/>
                  </a:lnTo>
                  <a:lnTo>
                    <a:pt x="460208" y="821516"/>
                  </a:lnTo>
                  <a:lnTo>
                    <a:pt x="506643" y="813404"/>
                  </a:lnTo>
                  <a:lnTo>
                    <a:pt x="551141" y="800262"/>
                  </a:lnTo>
                  <a:lnTo>
                    <a:pt x="593393" y="782399"/>
                  </a:lnTo>
                  <a:lnTo>
                    <a:pt x="633088" y="760124"/>
                  </a:lnTo>
                  <a:lnTo>
                    <a:pt x="669917" y="733747"/>
                  </a:lnTo>
                  <a:lnTo>
                    <a:pt x="703572" y="703576"/>
                  </a:lnTo>
                  <a:lnTo>
                    <a:pt x="733743" y="669922"/>
                  </a:lnTo>
                  <a:lnTo>
                    <a:pt x="760121" y="633092"/>
                  </a:lnTo>
                  <a:lnTo>
                    <a:pt x="782397" y="593397"/>
                  </a:lnTo>
                  <a:lnTo>
                    <a:pt x="800261" y="551146"/>
                  </a:lnTo>
                  <a:lnTo>
                    <a:pt x="813403" y="506647"/>
                  </a:lnTo>
                  <a:lnTo>
                    <a:pt x="821516" y="460210"/>
                  </a:lnTo>
                  <a:lnTo>
                    <a:pt x="824289" y="412144"/>
                  </a:lnTo>
                  <a:lnTo>
                    <a:pt x="821516" y="364080"/>
                  </a:lnTo>
                  <a:lnTo>
                    <a:pt x="813403" y="317645"/>
                  </a:lnTo>
                  <a:lnTo>
                    <a:pt x="800261" y="273147"/>
                  </a:lnTo>
                  <a:lnTo>
                    <a:pt x="782397" y="230895"/>
                  </a:lnTo>
                  <a:lnTo>
                    <a:pt x="760121" y="191200"/>
                  </a:lnTo>
                  <a:lnTo>
                    <a:pt x="733743" y="154371"/>
                  </a:lnTo>
                  <a:lnTo>
                    <a:pt x="703572" y="120716"/>
                  </a:lnTo>
                  <a:lnTo>
                    <a:pt x="669917" y="90545"/>
                  </a:lnTo>
                  <a:lnTo>
                    <a:pt x="633088" y="64167"/>
                  </a:lnTo>
                  <a:lnTo>
                    <a:pt x="593393" y="41891"/>
                  </a:lnTo>
                  <a:lnTo>
                    <a:pt x="551141" y="24028"/>
                  </a:lnTo>
                  <a:lnTo>
                    <a:pt x="506643" y="10885"/>
                  </a:lnTo>
                  <a:lnTo>
                    <a:pt x="460208" y="2772"/>
                  </a:lnTo>
                  <a:lnTo>
                    <a:pt x="412144" y="0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144532" y="4504789"/>
            <a:ext cx="3705860" cy="1271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5"/>
              </a:spcBef>
            </a:pPr>
            <a:r>
              <a:rPr sz="190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LIQUIDEZ</a:t>
            </a:r>
            <a:endParaRPr sz="1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900" b="1" dirty="0">
                <a:solidFill>
                  <a:srgbClr val="2D1A46"/>
                </a:solidFill>
                <a:latin typeface="Times New Roman"/>
                <a:cs typeface="Times New Roman"/>
              </a:rPr>
              <a:t>+PLANIFICACION</a:t>
            </a:r>
            <a:r>
              <a:rPr sz="1900" b="1" spc="-7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-SORPRESAS</a:t>
            </a:r>
            <a:endParaRPr sz="1900">
              <a:latin typeface="Times New Roman"/>
              <a:cs typeface="Times New Roman"/>
            </a:endParaRPr>
          </a:p>
          <a:p>
            <a:pPr marL="29209" marR="20320" algn="ctr">
              <a:lnSpc>
                <a:spcPct val="101000"/>
              </a:lnSpc>
              <a:spcBef>
                <a:spcPts val="625"/>
              </a:spcBef>
            </a:pP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Una</a:t>
            </a:r>
            <a:r>
              <a:rPr sz="1900" spc="3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buena</a:t>
            </a:r>
            <a:r>
              <a:rPr sz="1900" spc="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gestión</a:t>
            </a:r>
            <a:r>
              <a:rPr sz="1900" spc="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1900" spc="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cash</a:t>
            </a:r>
            <a:r>
              <a:rPr sz="1900" spc="3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flow</a:t>
            </a:r>
            <a:r>
              <a:rPr sz="1900" spc="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2D1A46"/>
                </a:solidFill>
                <a:latin typeface="Times New Roman"/>
                <a:cs typeface="Times New Roman"/>
              </a:rPr>
              <a:t>evita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el</a:t>
            </a:r>
            <a:r>
              <a:rPr sz="1900" spc="2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80%</a:t>
            </a:r>
            <a:r>
              <a:rPr sz="1900" spc="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1900" spc="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las</a:t>
            </a:r>
            <a:r>
              <a:rPr sz="1900" spc="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2D1A46"/>
                </a:solidFill>
                <a:latin typeface="Times New Roman"/>
                <a:cs typeface="Times New Roman"/>
              </a:rPr>
              <a:t>quiebras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882415" y="3672035"/>
            <a:ext cx="231775" cy="378460"/>
          </a:xfrm>
          <a:custGeom>
            <a:avLst/>
            <a:gdLst/>
            <a:ahLst/>
            <a:cxnLst/>
            <a:rect l="l" t="t" r="r" b="b"/>
            <a:pathLst>
              <a:path w="231775" h="378460">
                <a:moveTo>
                  <a:pt x="128780" y="130810"/>
                </a:moveTo>
                <a:lnTo>
                  <a:pt x="101838" y="130810"/>
                </a:lnTo>
                <a:lnTo>
                  <a:pt x="101838" y="176530"/>
                </a:lnTo>
                <a:lnTo>
                  <a:pt x="77445" y="179070"/>
                </a:lnTo>
                <a:lnTo>
                  <a:pt x="37706" y="190500"/>
                </a:lnTo>
                <a:lnTo>
                  <a:pt x="10176" y="212090"/>
                </a:lnTo>
                <a:lnTo>
                  <a:pt x="8521" y="214630"/>
                </a:lnTo>
                <a:lnTo>
                  <a:pt x="7537" y="217170"/>
                </a:lnTo>
                <a:lnTo>
                  <a:pt x="7537" y="331470"/>
                </a:lnTo>
                <a:lnTo>
                  <a:pt x="39825" y="367030"/>
                </a:lnTo>
                <a:lnTo>
                  <a:pt x="86636" y="377190"/>
                </a:lnTo>
                <a:lnTo>
                  <a:pt x="115304" y="378460"/>
                </a:lnTo>
                <a:lnTo>
                  <a:pt x="143977" y="377190"/>
                </a:lnTo>
                <a:lnTo>
                  <a:pt x="169510" y="373380"/>
                </a:lnTo>
                <a:lnTo>
                  <a:pt x="190793" y="367030"/>
                </a:lnTo>
                <a:lnTo>
                  <a:pt x="206714" y="358140"/>
                </a:lnTo>
                <a:lnTo>
                  <a:pt x="214007" y="351790"/>
                </a:lnTo>
                <a:lnTo>
                  <a:pt x="94418" y="351790"/>
                </a:lnTo>
                <a:lnTo>
                  <a:pt x="75348" y="349250"/>
                </a:lnTo>
                <a:lnTo>
                  <a:pt x="58706" y="345440"/>
                </a:lnTo>
                <a:lnTo>
                  <a:pt x="45107" y="339090"/>
                </a:lnTo>
                <a:lnTo>
                  <a:pt x="41767" y="337820"/>
                </a:lnTo>
                <a:lnTo>
                  <a:pt x="38918" y="336550"/>
                </a:lnTo>
                <a:lnTo>
                  <a:pt x="35714" y="334010"/>
                </a:lnTo>
                <a:lnTo>
                  <a:pt x="34479" y="332740"/>
                </a:lnTo>
                <a:lnTo>
                  <a:pt x="34479" y="309880"/>
                </a:lnTo>
                <a:lnTo>
                  <a:pt x="223080" y="309880"/>
                </a:lnTo>
                <a:lnTo>
                  <a:pt x="223080" y="298450"/>
                </a:lnTo>
                <a:lnTo>
                  <a:pt x="115304" y="298450"/>
                </a:lnTo>
                <a:lnTo>
                  <a:pt x="94418" y="297180"/>
                </a:lnTo>
                <a:lnTo>
                  <a:pt x="75348" y="294640"/>
                </a:lnTo>
                <a:lnTo>
                  <a:pt x="58706" y="290830"/>
                </a:lnTo>
                <a:lnTo>
                  <a:pt x="41767" y="284480"/>
                </a:lnTo>
                <a:lnTo>
                  <a:pt x="38918" y="281940"/>
                </a:lnTo>
                <a:lnTo>
                  <a:pt x="35714" y="279400"/>
                </a:lnTo>
                <a:lnTo>
                  <a:pt x="34479" y="279400"/>
                </a:lnTo>
                <a:lnTo>
                  <a:pt x="34479" y="256540"/>
                </a:lnTo>
                <a:lnTo>
                  <a:pt x="223080" y="256540"/>
                </a:lnTo>
                <a:lnTo>
                  <a:pt x="223080" y="243840"/>
                </a:lnTo>
                <a:lnTo>
                  <a:pt x="94418" y="243840"/>
                </a:lnTo>
                <a:lnTo>
                  <a:pt x="75348" y="241300"/>
                </a:lnTo>
                <a:lnTo>
                  <a:pt x="58706" y="237490"/>
                </a:lnTo>
                <a:lnTo>
                  <a:pt x="45107" y="232410"/>
                </a:lnTo>
                <a:lnTo>
                  <a:pt x="41767" y="229870"/>
                </a:lnTo>
                <a:lnTo>
                  <a:pt x="38918" y="228600"/>
                </a:lnTo>
                <a:lnTo>
                  <a:pt x="35714" y="226060"/>
                </a:lnTo>
                <a:lnTo>
                  <a:pt x="34479" y="224790"/>
                </a:lnTo>
                <a:lnTo>
                  <a:pt x="34479" y="223520"/>
                </a:lnTo>
                <a:lnTo>
                  <a:pt x="35714" y="222250"/>
                </a:lnTo>
                <a:lnTo>
                  <a:pt x="38918" y="219710"/>
                </a:lnTo>
                <a:lnTo>
                  <a:pt x="41767" y="218440"/>
                </a:lnTo>
                <a:lnTo>
                  <a:pt x="45107" y="215900"/>
                </a:lnTo>
                <a:lnTo>
                  <a:pt x="56321" y="212090"/>
                </a:lnTo>
                <a:lnTo>
                  <a:pt x="69758" y="208280"/>
                </a:lnTo>
                <a:lnTo>
                  <a:pt x="85052" y="205740"/>
                </a:lnTo>
                <a:lnTo>
                  <a:pt x="101838" y="204470"/>
                </a:lnTo>
                <a:lnTo>
                  <a:pt x="215609" y="204470"/>
                </a:lnTo>
                <a:lnTo>
                  <a:pt x="213353" y="201930"/>
                </a:lnTo>
                <a:lnTo>
                  <a:pt x="174807" y="184150"/>
                </a:lnTo>
                <a:lnTo>
                  <a:pt x="128780" y="176530"/>
                </a:lnTo>
                <a:lnTo>
                  <a:pt x="128780" y="130810"/>
                </a:lnTo>
                <a:close/>
              </a:path>
              <a:path w="231775" h="378460">
                <a:moveTo>
                  <a:pt x="223080" y="309880"/>
                </a:moveTo>
                <a:lnTo>
                  <a:pt x="196139" y="309880"/>
                </a:lnTo>
                <a:lnTo>
                  <a:pt x="196139" y="332740"/>
                </a:lnTo>
                <a:lnTo>
                  <a:pt x="194903" y="334010"/>
                </a:lnTo>
                <a:lnTo>
                  <a:pt x="191689" y="336550"/>
                </a:lnTo>
                <a:lnTo>
                  <a:pt x="188851" y="337820"/>
                </a:lnTo>
                <a:lnTo>
                  <a:pt x="185511" y="339090"/>
                </a:lnTo>
                <a:lnTo>
                  <a:pt x="171911" y="345440"/>
                </a:lnTo>
                <a:lnTo>
                  <a:pt x="155268" y="349250"/>
                </a:lnTo>
                <a:lnTo>
                  <a:pt x="136195" y="351790"/>
                </a:lnTo>
                <a:lnTo>
                  <a:pt x="214007" y="351790"/>
                </a:lnTo>
                <a:lnTo>
                  <a:pt x="219107" y="345440"/>
                </a:lnTo>
                <a:lnTo>
                  <a:pt x="222102" y="339090"/>
                </a:lnTo>
                <a:lnTo>
                  <a:pt x="223080" y="331470"/>
                </a:lnTo>
                <a:lnTo>
                  <a:pt x="223080" y="309880"/>
                </a:lnTo>
                <a:close/>
              </a:path>
              <a:path w="231775" h="378460">
                <a:moveTo>
                  <a:pt x="196139" y="309880"/>
                </a:moveTo>
                <a:lnTo>
                  <a:pt x="34479" y="309880"/>
                </a:lnTo>
                <a:lnTo>
                  <a:pt x="50443" y="316230"/>
                </a:lnTo>
                <a:lnTo>
                  <a:pt x="69649" y="321310"/>
                </a:lnTo>
                <a:lnTo>
                  <a:pt x="91477" y="323850"/>
                </a:lnTo>
                <a:lnTo>
                  <a:pt x="115304" y="325120"/>
                </a:lnTo>
                <a:lnTo>
                  <a:pt x="139137" y="323850"/>
                </a:lnTo>
                <a:lnTo>
                  <a:pt x="160967" y="321310"/>
                </a:lnTo>
                <a:lnTo>
                  <a:pt x="180175" y="316230"/>
                </a:lnTo>
                <a:lnTo>
                  <a:pt x="196139" y="309880"/>
                </a:lnTo>
                <a:close/>
              </a:path>
              <a:path w="231775" h="378460">
                <a:moveTo>
                  <a:pt x="223080" y="256540"/>
                </a:moveTo>
                <a:lnTo>
                  <a:pt x="196139" y="256540"/>
                </a:lnTo>
                <a:lnTo>
                  <a:pt x="196139" y="279400"/>
                </a:lnTo>
                <a:lnTo>
                  <a:pt x="194903" y="279400"/>
                </a:lnTo>
                <a:lnTo>
                  <a:pt x="191689" y="281940"/>
                </a:lnTo>
                <a:lnTo>
                  <a:pt x="188851" y="284480"/>
                </a:lnTo>
                <a:lnTo>
                  <a:pt x="171911" y="290830"/>
                </a:lnTo>
                <a:lnTo>
                  <a:pt x="155268" y="294640"/>
                </a:lnTo>
                <a:lnTo>
                  <a:pt x="136195" y="297180"/>
                </a:lnTo>
                <a:lnTo>
                  <a:pt x="115304" y="298450"/>
                </a:lnTo>
                <a:lnTo>
                  <a:pt x="223080" y="298450"/>
                </a:lnTo>
                <a:lnTo>
                  <a:pt x="223080" y="256540"/>
                </a:lnTo>
                <a:close/>
              </a:path>
              <a:path w="231775" h="378460">
                <a:moveTo>
                  <a:pt x="196139" y="256540"/>
                </a:moveTo>
                <a:lnTo>
                  <a:pt x="34479" y="256540"/>
                </a:lnTo>
                <a:lnTo>
                  <a:pt x="50443" y="262890"/>
                </a:lnTo>
                <a:lnTo>
                  <a:pt x="69649" y="266700"/>
                </a:lnTo>
                <a:lnTo>
                  <a:pt x="91477" y="270510"/>
                </a:lnTo>
                <a:lnTo>
                  <a:pt x="115304" y="271780"/>
                </a:lnTo>
                <a:lnTo>
                  <a:pt x="139137" y="270510"/>
                </a:lnTo>
                <a:lnTo>
                  <a:pt x="160967" y="266700"/>
                </a:lnTo>
                <a:lnTo>
                  <a:pt x="180175" y="262890"/>
                </a:lnTo>
                <a:lnTo>
                  <a:pt x="196139" y="256540"/>
                </a:lnTo>
                <a:close/>
              </a:path>
              <a:path w="231775" h="378460">
                <a:moveTo>
                  <a:pt x="215609" y="204470"/>
                </a:moveTo>
                <a:lnTo>
                  <a:pt x="128780" y="204470"/>
                </a:lnTo>
                <a:lnTo>
                  <a:pt x="145566" y="205740"/>
                </a:lnTo>
                <a:lnTo>
                  <a:pt x="160860" y="208280"/>
                </a:lnTo>
                <a:lnTo>
                  <a:pt x="174297" y="212090"/>
                </a:lnTo>
                <a:lnTo>
                  <a:pt x="185511" y="215900"/>
                </a:lnTo>
                <a:lnTo>
                  <a:pt x="188851" y="218440"/>
                </a:lnTo>
                <a:lnTo>
                  <a:pt x="191689" y="219710"/>
                </a:lnTo>
                <a:lnTo>
                  <a:pt x="194903" y="222250"/>
                </a:lnTo>
                <a:lnTo>
                  <a:pt x="196139" y="223520"/>
                </a:lnTo>
                <a:lnTo>
                  <a:pt x="196139" y="224790"/>
                </a:lnTo>
                <a:lnTo>
                  <a:pt x="194903" y="226060"/>
                </a:lnTo>
                <a:lnTo>
                  <a:pt x="191689" y="228600"/>
                </a:lnTo>
                <a:lnTo>
                  <a:pt x="188851" y="229870"/>
                </a:lnTo>
                <a:lnTo>
                  <a:pt x="185511" y="232410"/>
                </a:lnTo>
                <a:lnTo>
                  <a:pt x="171911" y="237490"/>
                </a:lnTo>
                <a:lnTo>
                  <a:pt x="155268" y="241300"/>
                </a:lnTo>
                <a:lnTo>
                  <a:pt x="136195" y="243840"/>
                </a:lnTo>
                <a:lnTo>
                  <a:pt x="223080" y="243840"/>
                </a:lnTo>
                <a:lnTo>
                  <a:pt x="223080" y="217170"/>
                </a:lnTo>
                <a:lnTo>
                  <a:pt x="222096" y="214630"/>
                </a:lnTo>
                <a:lnTo>
                  <a:pt x="220442" y="212090"/>
                </a:lnTo>
                <a:lnTo>
                  <a:pt x="217866" y="207010"/>
                </a:lnTo>
                <a:lnTo>
                  <a:pt x="215609" y="204470"/>
                </a:lnTo>
                <a:close/>
              </a:path>
              <a:path w="231775" h="378460">
                <a:moveTo>
                  <a:pt x="128780" y="204470"/>
                </a:moveTo>
                <a:lnTo>
                  <a:pt x="101838" y="204470"/>
                </a:lnTo>
                <a:lnTo>
                  <a:pt x="101838" y="218440"/>
                </a:lnTo>
                <a:lnTo>
                  <a:pt x="107869" y="223520"/>
                </a:lnTo>
                <a:lnTo>
                  <a:pt x="122748" y="223520"/>
                </a:lnTo>
                <a:lnTo>
                  <a:pt x="128780" y="218440"/>
                </a:lnTo>
                <a:lnTo>
                  <a:pt x="128780" y="204470"/>
                </a:lnTo>
                <a:close/>
              </a:path>
              <a:path w="231775" h="378460">
                <a:moveTo>
                  <a:pt x="142184" y="129540"/>
                </a:moveTo>
                <a:lnTo>
                  <a:pt x="88430" y="129540"/>
                </a:lnTo>
                <a:lnTo>
                  <a:pt x="95504" y="130810"/>
                </a:lnTo>
                <a:lnTo>
                  <a:pt x="135109" y="130810"/>
                </a:lnTo>
                <a:lnTo>
                  <a:pt x="142184" y="129540"/>
                </a:lnTo>
                <a:close/>
              </a:path>
              <a:path w="231775" h="378460">
                <a:moveTo>
                  <a:pt x="33260" y="0"/>
                </a:moveTo>
                <a:lnTo>
                  <a:pt x="24651" y="1270"/>
                </a:lnTo>
                <a:lnTo>
                  <a:pt x="12438" y="2540"/>
                </a:lnTo>
                <a:lnTo>
                  <a:pt x="6281" y="2540"/>
                </a:lnTo>
                <a:lnTo>
                  <a:pt x="1443" y="7620"/>
                </a:lnTo>
                <a:lnTo>
                  <a:pt x="689" y="13970"/>
                </a:lnTo>
                <a:lnTo>
                  <a:pt x="365" y="17780"/>
                </a:lnTo>
                <a:lnTo>
                  <a:pt x="0" y="26670"/>
                </a:lnTo>
                <a:lnTo>
                  <a:pt x="46" y="27940"/>
                </a:lnTo>
                <a:lnTo>
                  <a:pt x="138" y="30480"/>
                </a:lnTo>
                <a:lnTo>
                  <a:pt x="231" y="33020"/>
                </a:lnTo>
                <a:lnTo>
                  <a:pt x="323" y="35560"/>
                </a:lnTo>
                <a:lnTo>
                  <a:pt x="416" y="38100"/>
                </a:lnTo>
                <a:lnTo>
                  <a:pt x="508" y="40640"/>
                </a:lnTo>
                <a:lnTo>
                  <a:pt x="10765" y="82550"/>
                </a:lnTo>
                <a:lnTo>
                  <a:pt x="36572" y="113030"/>
                </a:lnTo>
                <a:lnTo>
                  <a:pt x="72760" y="128270"/>
                </a:lnTo>
                <a:lnTo>
                  <a:pt x="80791" y="129540"/>
                </a:lnTo>
                <a:lnTo>
                  <a:pt x="149826" y="129540"/>
                </a:lnTo>
                <a:lnTo>
                  <a:pt x="194042" y="113030"/>
                </a:lnTo>
                <a:lnTo>
                  <a:pt x="205643" y="102870"/>
                </a:lnTo>
                <a:lnTo>
                  <a:pt x="87032" y="102870"/>
                </a:lnTo>
                <a:lnTo>
                  <a:pt x="78101" y="101600"/>
                </a:lnTo>
                <a:lnTo>
                  <a:pt x="39082" y="77470"/>
                </a:lnTo>
                <a:lnTo>
                  <a:pt x="26997" y="35560"/>
                </a:lnTo>
                <a:lnTo>
                  <a:pt x="26919" y="27940"/>
                </a:lnTo>
                <a:lnTo>
                  <a:pt x="102707" y="27940"/>
                </a:lnTo>
                <a:lnTo>
                  <a:pt x="92196" y="19050"/>
                </a:lnTo>
                <a:lnTo>
                  <a:pt x="80570" y="12700"/>
                </a:lnTo>
                <a:lnTo>
                  <a:pt x="68338" y="7620"/>
                </a:lnTo>
                <a:lnTo>
                  <a:pt x="56007" y="3810"/>
                </a:lnTo>
                <a:lnTo>
                  <a:pt x="42351" y="1270"/>
                </a:lnTo>
                <a:lnTo>
                  <a:pt x="33260" y="0"/>
                </a:lnTo>
                <a:close/>
              </a:path>
              <a:path w="231775" h="378460">
                <a:moveTo>
                  <a:pt x="102707" y="27940"/>
                </a:moveTo>
                <a:lnTo>
                  <a:pt x="33275" y="27940"/>
                </a:lnTo>
                <a:lnTo>
                  <a:pt x="50667" y="30480"/>
                </a:lnTo>
                <a:lnTo>
                  <a:pt x="68020" y="35560"/>
                </a:lnTo>
                <a:lnTo>
                  <a:pt x="97384" y="71120"/>
                </a:lnTo>
                <a:lnTo>
                  <a:pt x="101848" y="102870"/>
                </a:lnTo>
                <a:lnTo>
                  <a:pt x="128769" y="102870"/>
                </a:lnTo>
                <a:lnTo>
                  <a:pt x="136440" y="62230"/>
                </a:lnTo>
                <a:lnTo>
                  <a:pt x="149920" y="44450"/>
                </a:lnTo>
                <a:lnTo>
                  <a:pt x="115304" y="44450"/>
                </a:lnTo>
                <a:lnTo>
                  <a:pt x="111942" y="38100"/>
                </a:lnTo>
                <a:lnTo>
                  <a:pt x="107785" y="33020"/>
                </a:lnTo>
                <a:lnTo>
                  <a:pt x="102707" y="27940"/>
                </a:lnTo>
                <a:close/>
              </a:path>
              <a:path w="231775" h="378460">
                <a:moveTo>
                  <a:pt x="231368" y="27940"/>
                </a:moveTo>
                <a:lnTo>
                  <a:pt x="203699" y="27940"/>
                </a:lnTo>
                <a:lnTo>
                  <a:pt x="203611" y="35560"/>
                </a:lnTo>
                <a:lnTo>
                  <a:pt x="203207" y="43180"/>
                </a:lnTo>
                <a:lnTo>
                  <a:pt x="185511" y="85090"/>
                </a:lnTo>
                <a:lnTo>
                  <a:pt x="143585" y="102870"/>
                </a:lnTo>
                <a:lnTo>
                  <a:pt x="205643" y="102870"/>
                </a:lnTo>
                <a:lnTo>
                  <a:pt x="227813" y="57150"/>
                </a:lnTo>
                <a:lnTo>
                  <a:pt x="231572" y="34290"/>
                </a:lnTo>
                <a:lnTo>
                  <a:pt x="231449" y="30480"/>
                </a:lnTo>
                <a:lnTo>
                  <a:pt x="231368" y="27940"/>
                </a:lnTo>
                <a:close/>
              </a:path>
              <a:path w="231775" h="378460">
                <a:moveTo>
                  <a:pt x="205046" y="1270"/>
                </a:moveTo>
                <a:lnTo>
                  <a:pt x="191150" y="2540"/>
                </a:lnTo>
                <a:lnTo>
                  <a:pt x="174611" y="3810"/>
                </a:lnTo>
                <a:lnTo>
                  <a:pt x="162275" y="7620"/>
                </a:lnTo>
                <a:lnTo>
                  <a:pt x="127900" y="27940"/>
                </a:lnTo>
                <a:lnTo>
                  <a:pt x="115304" y="44450"/>
                </a:lnTo>
                <a:lnTo>
                  <a:pt x="149920" y="44450"/>
                </a:lnTo>
                <a:lnTo>
                  <a:pt x="154364" y="40640"/>
                </a:lnTo>
                <a:lnTo>
                  <a:pt x="162593" y="35560"/>
                </a:lnTo>
                <a:lnTo>
                  <a:pt x="179940" y="30480"/>
                </a:lnTo>
                <a:lnTo>
                  <a:pt x="197343" y="27940"/>
                </a:lnTo>
                <a:lnTo>
                  <a:pt x="231368" y="27940"/>
                </a:lnTo>
                <a:lnTo>
                  <a:pt x="231327" y="26670"/>
                </a:lnTo>
                <a:lnTo>
                  <a:pt x="229928" y="13970"/>
                </a:lnTo>
                <a:lnTo>
                  <a:pt x="229174" y="7620"/>
                </a:lnTo>
                <a:lnTo>
                  <a:pt x="224337" y="2540"/>
                </a:lnTo>
                <a:lnTo>
                  <a:pt x="214616" y="2540"/>
                </a:lnTo>
                <a:lnTo>
                  <a:pt x="205046" y="1270"/>
                </a:lnTo>
                <a:close/>
              </a:path>
            </a:pathLst>
          </a:custGeom>
          <a:solidFill>
            <a:srgbClr val="FCC64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4150147" y="6607719"/>
            <a:ext cx="5695315" cy="3151505"/>
            <a:chOff x="4150147" y="6607719"/>
            <a:chExt cx="5695315" cy="3151505"/>
          </a:xfrm>
        </p:grpSpPr>
        <p:sp>
          <p:nvSpPr>
            <p:cNvPr id="23" name="object 23"/>
            <p:cNvSpPr/>
            <p:nvPr/>
          </p:nvSpPr>
          <p:spPr>
            <a:xfrm>
              <a:off x="4150147" y="7235213"/>
              <a:ext cx="5695315" cy="2524125"/>
            </a:xfrm>
            <a:custGeom>
              <a:avLst/>
              <a:gdLst/>
              <a:ahLst/>
              <a:cxnLst/>
              <a:rect l="l" t="t" r="r" b="b"/>
              <a:pathLst>
                <a:path w="5695315" h="2524125">
                  <a:moveTo>
                    <a:pt x="5529946" y="0"/>
                  </a:moveTo>
                  <a:lnTo>
                    <a:pt x="165209" y="0"/>
                  </a:lnTo>
                  <a:lnTo>
                    <a:pt x="121290" y="5901"/>
                  </a:lnTo>
                  <a:lnTo>
                    <a:pt x="81824" y="22555"/>
                  </a:lnTo>
                  <a:lnTo>
                    <a:pt x="48388" y="48388"/>
                  </a:lnTo>
                  <a:lnTo>
                    <a:pt x="22555" y="81824"/>
                  </a:lnTo>
                  <a:lnTo>
                    <a:pt x="5901" y="121290"/>
                  </a:lnTo>
                  <a:lnTo>
                    <a:pt x="0" y="165209"/>
                  </a:lnTo>
                  <a:lnTo>
                    <a:pt x="0" y="2358441"/>
                  </a:lnTo>
                  <a:lnTo>
                    <a:pt x="5901" y="2402360"/>
                  </a:lnTo>
                  <a:lnTo>
                    <a:pt x="22555" y="2441825"/>
                  </a:lnTo>
                  <a:lnTo>
                    <a:pt x="48388" y="2475262"/>
                  </a:lnTo>
                  <a:lnTo>
                    <a:pt x="81824" y="2501095"/>
                  </a:lnTo>
                  <a:lnTo>
                    <a:pt x="121290" y="2517749"/>
                  </a:lnTo>
                  <a:lnTo>
                    <a:pt x="165209" y="2523650"/>
                  </a:lnTo>
                  <a:lnTo>
                    <a:pt x="5529946" y="2523650"/>
                  </a:lnTo>
                  <a:lnTo>
                    <a:pt x="5573866" y="2517749"/>
                  </a:lnTo>
                  <a:lnTo>
                    <a:pt x="5613331" y="2501095"/>
                  </a:lnTo>
                  <a:lnTo>
                    <a:pt x="5646767" y="2475262"/>
                  </a:lnTo>
                  <a:lnTo>
                    <a:pt x="5672600" y="2441825"/>
                  </a:lnTo>
                  <a:lnTo>
                    <a:pt x="5689255" y="2402360"/>
                  </a:lnTo>
                  <a:lnTo>
                    <a:pt x="5695156" y="2358441"/>
                  </a:lnTo>
                  <a:lnTo>
                    <a:pt x="5695156" y="165209"/>
                  </a:lnTo>
                  <a:lnTo>
                    <a:pt x="5689255" y="121290"/>
                  </a:lnTo>
                  <a:lnTo>
                    <a:pt x="5672600" y="81824"/>
                  </a:lnTo>
                  <a:lnTo>
                    <a:pt x="5646767" y="48388"/>
                  </a:lnTo>
                  <a:lnTo>
                    <a:pt x="5613331" y="22555"/>
                  </a:lnTo>
                  <a:lnTo>
                    <a:pt x="5573866" y="5901"/>
                  </a:lnTo>
                  <a:lnTo>
                    <a:pt x="5529946" y="0"/>
                  </a:lnTo>
                  <a:close/>
                </a:path>
              </a:pathLst>
            </a:custGeom>
            <a:solidFill>
              <a:srgbClr val="FFF6E0">
                <a:alpha val="7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85582" y="6607719"/>
              <a:ext cx="824865" cy="824865"/>
            </a:xfrm>
            <a:custGeom>
              <a:avLst/>
              <a:gdLst/>
              <a:ahLst/>
              <a:cxnLst/>
              <a:rect l="l" t="t" r="r" b="b"/>
              <a:pathLst>
                <a:path w="824865" h="824865">
                  <a:moveTo>
                    <a:pt x="412144" y="0"/>
                  </a:moveTo>
                  <a:lnTo>
                    <a:pt x="364078" y="2772"/>
                  </a:lnTo>
                  <a:lnTo>
                    <a:pt x="317641" y="10885"/>
                  </a:lnTo>
                  <a:lnTo>
                    <a:pt x="273143" y="24028"/>
                  </a:lnTo>
                  <a:lnTo>
                    <a:pt x="230891" y="41891"/>
                  </a:lnTo>
                  <a:lnTo>
                    <a:pt x="191196" y="64167"/>
                  </a:lnTo>
                  <a:lnTo>
                    <a:pt x="154366" y="90545"/>
                  </a:lnTo>
                  <a:lnTo>
                    <a:pt x="120712" y="120716"/>
                  </a:lnTo>
                  <a:lnTo>
                    <a:pt x="90541" y="154371"/>
                  </a:lnTo>
                  <a:lnTo>
                    <a:pt x="64164" y="191200"/>
                  </a:lnTo>
                  <a:lnTo>
                    <a:pt x="41889" y="230895"/>
                  </a:lnTo>
                  <a:lnTo>
                    <a:pt x="24026" y="273147"/>
                  </a:lnTo>
                  <a:lnTo>
                    <a:pt x="10884" y="317645"/>
                  </a:lnTo>
                  <a:lnTo>
                    <a:pt x="2772" y="364080"/>
                  </a:lnTo>
                  <a:lnTo>
                    <a:pt x="0" y="412144"/>
                  </a:lnTo>
                  <a:lnTo>
                    <a:pt x="2772" y="460210"/>
                  </a:lnTo>
                  <a:lnTo>
                    <a:pt x="10884" y="506647"/>
                  </a:lnTo>
                  <a:lnTo>
                    <a:pt x="24026" y="551146"/>
                  </a:lnTo>
                  <a:lnTo>
                    <a:pt x="41889" y="593397"/>
                  </a:lnTo>
                  <a:lnTo>
                    <a:pt x="64164" y="633092"/>
                  </a:lnTo>
                  <a:lnTo>
                    <a:pt x="90541" y="669922"/>
                  </a:lnTo>
                  <a:lnTo>
                    <a:pt x="120712" y="703576"/>
                  </a:lnTo>
                  <a:lnTo>
                    <a:pt x="154366" y="733747"/>
                  </a:lnTo>
                  <a:lnTo>
                    <a:pt x="191196" y="760124"/>
                  </a:lnTo>
                  <a:lnTo>
                    <a:pt x="230891" y="782399"/>
                  </a:lnTo>
                  <a:lnTo>
                    <a:pt x="273143" y="800262"/>
                  </a:lnTo>
                  <a:lnTo>
                    <a:pt x="317641" y="813404"/>
                  </a:lnTo>
                  <a:lnTo>
                    <a:pt x="364078" y="821516"/>
                  </a:lnTo>
                  <a:lnTo>
                    <a:pt x="412144" y="824289"/>
                  </a:lnTo>
                  <a:lnTo>
                    <a:pt x="460208" y="821516"/>
                  </a:lnTo>
                  <a:lnTo>
                    <a:pt x="506643" y="813404"/>
                  </a:lnTo>
                  <a:lnTo>
                    <a:pt x="551141" y="800262"/>
                  </a:lnTo>
                  <a:lnTo>
                    <a:pt x="593393" y="782399"/>
                  </a:lnTo>
                  <a:lnTo>
                    <a:pt x="633088" y="760124"/>
                  </a:lnTo>
                  <a:lnTo>
                    <a:pt x="669917" y="733747"/>
                  </a:lnTo>
                  <a:lnTo>
                    <a:pt x="703572" y="703576"/>
                  </a:lnTo>
                  <a:lnTo>
                    <a:pt x="733743" y="669922"/>
                  </a:lnTo>
                  <a:lnTo>
                    <a:pt x="760121" y="633092"/>
                  </a:lnTo>
                  <a:lnTo>
                    <a:pt x="782397" y="593397"/>
                  </a:lnTo>
                  <a:lnTo>
                    <a:pt x="800261" y="551146"/>
                  </a:lnTo>
                  <a:lnTo>
                    <a:pt x="813403" y="506647"/>
                  </a:lnTo>
                  <a:lnTo>
                    <a:pt x="821516" y="460210"/>
                  </a:lnTo>
                  <a:lnTo>
                    <a:pt x="824289" y="412144"/>
                  </a:lnTo>
                  <a:lnTo>
                    <a:pt x="821516" y="364080"/>
                  </a:lnTo>
                  <a:lnTo>
                    <a:pt x="813403" y="317645"/>
                  </a:lnTo>
                  <a:lnTo>
                    <a:pt x="800261" y="273147"/>
                  </a:lnTo>
                  <a:lnTo>
                    <a:pt x="782397" y="230895"/>
                  </a:lnTo>
                  <a:lnTo>
                    <a:pt x="760121" y="191200"/>
                  </a:lnTo>
                  <a:lnTo>
                    <a:pt x="733743" y="154371"/>
                  </a:lnTo>
                  <a:lnTo>
                    <a:pt x="703572" y="120716"/>
                  </a:lnTo>
                  <a:lnTo>
                    <a:pt x="669917" y="90545"/>
                  </a:lnTo>
                  <a:lnTo>
                    <a:pt x="633088" y="64167"/>
                  </a:lnTo>
                  <a:lnTo>
                    <a:pt x="593393" y="41891"/>
                  </a:lnTo>
                  <a:lnTo>
                    <a:pt x="551141" y="24028"/>
                  </a:lnTo>
                  <a:lnTo>
                    <a:pt x="506643" y="10885"/>
                  </a:lnTo>
                  <a:lnTo>
                    <a:pt x="460208" y="2772"/>
                  </a:lnTo>
                  <a:lnTo>
                    <a:pt x="412144" y="0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502962" y="7662932"/>
            <a:ext cx="4989195" cy="1271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90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ESTRATEGIA</a:t>
            </a:r>
            <a:endParaRPr sz="1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900" b="1" dirty="0">
                <a:solidFill>
                  <a:srgbClr val="2D1A46"/>
                </a:solidFill>
                <a:latin typeface="Times New Roman"/>
                <a:cs typeface="Times New Roman"/>
              </a:rPr>
              <a:t>+DECISIONES</a:t>
            </a:r>
            <a:r>
              <a:rPr sz="1900" b="1" spc="-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2D1A46"/>
                </a:solidFill>
                <a:latin typeface="Times New Roman"/>
                <a:cs typeface="Times New Roman"/>
              </a:rPr>
              <a:t>REALES</a:t>
            </a:r>
            <a:r>
              <a:rPr sz="1900" b="1" spc="-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2D1A46"/>
                </a:solidFill>
                <a:latin typeface="Times New Roman"/>
                <a:cs typeface="Times New Roman"/>
              </a:rPr>
              <a:t>-</a:t>
            </a:r>
            <a:r>
              <a:rPr sz="1900" b="1" spc="-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INCERTIDUMBRE</a:t>
            </a:r>
            <a:endParaRPr sz="1900">
              <a:latin typeface="Times New Roman"/>
              <a:cs typeface="Times New Roman"/>
            </a:endParaRPr>
          </a:p>
          <a:p>
            <a:pPr marL="568960" marR="560070" algn="ctr">
              <a:lnSpc>
                <a:spcPct val="101000"/>
              </a:lnSpc>
              <a:spcBef>
                <a:spcPts val="625"/>
              </a:spcBef>
            </a:pP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Facilita</a:t>
            </a:r>
            <a:r>
              <a:rPr sz="1900" spc="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en</a:t>
            </a:r>
            <a:r>
              <a:rPr sz="190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un</a:t>
            </a:r>
            <a:r>
              <a:rPr sz="190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98%</a:t>
            </a:r>
            <a:r>
              <a:rPr sz="190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190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los</a:t>
            </a:r>
            <a:r>
              <a:rPr sz="1900" spc="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casos</a:t>
            </a:r>
            <a:r>
              <a:rPr sz="190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la</a:t>
            </a:r>
            <a:r>
              <a:rPr sz="190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2D1A46"/>
                </a:solidFill>
                <a:latin typeface="Times New Roman"/>
                <a:cs typeface="Times New Roman"/>
              </a:rPr>
              <a:t>toma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190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decisiones</a:t>
            </a:r>
            <a:r>
              <a:rPr sz="190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2D1A46"/>
                </a:solidFill>
                <a:latin typeface="Times New Roman"/>
                <a:cs typeface="Times New Roman"/>
              </a:rPr>
              <a:t>clave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847184" y="6828252"/>
            <a:ext cx="301625" cy="383540"/>
          </a:xfrm>
          <a:custGeom>
            <a:avLst/>
            <a:gdLst/>
            <a:ahLst/>
            <a:cxnLst/>
            <a:rect l="l" t="t" r="r" b="b"/>
            <a:pathLst>
              <a:path w="301625" h="383540">
                <a:moveTo>
                  <a:pt x="54741" y="218967"/>
                </a:moveTo>
                <a:lnTo>
                  <a:pt x="27370" y="218967"/>
                </a:lnTo>
                <a:lnTo>
                  <a:pt x="16719" y="221122"/>
                </a:lnTo>
                <a:lnTo>
                  <a:pt x="8019" y="226994"/>
                </a:lnTo>
                <a:lnTo>
                  <a:pt x="2151" y="235695"/>
                </a:lnTo>
                <a:lnTo>
                  <a:pt x="0" y="246338"/>
                </a:lnTo>
                <a:lnTo>
                  <a:pt x="0" y="355832"/>
                </a:lnTo>
                <a:lnTo>
                  <a:pt x="2151" y="366474"/>
                </a:lnTo>
                <a:lnTo>
                  <a:pt x="8019" y="375175"/>
                </a:lnTo>
                <a:lnTo>
                  <a:pt x="16719" y="381048"/>
                </a:lnTo>
                <a:lnTo>
                  <a:pt x="27370" y="383202"/>
                </a:lnTo>
                <a:lnTo>
                  <a:pt x="54741" y="383202"/>
                </a:lnTo>
                <a:lnTo>
                  <a:pt x="65392" y="381048"/>
                </a:lnTo>
                <a:lnTo>
                  <a:pt x="74093" y="375175"/>
                </a:lnTo>
                <a:lnTo>
                  <a:pt x="79960" y="366474"/>
                </a:lnTo>
                <a:lnTo>
                  <a:pt x="82112" y="355832"/>
                </a:lnTo>
                <a:lnTo>
                  <a:pt x="27370" y="355832"/>
                </a:lnTo>
                <a:lnTo>
                  <a:pt x="27370" y="246338"/>
                </a:lnTo>
                <a:lnTo>
                  <a:pt x="82112" y="246338"/>
                </a:lnTo>
                <a:lnTo>
                  <a:pt x="79960" y="235695"/>
                </a:lnTo>
                <a:lnTo>
                  <a:pt x="74093" y="226994"/>
                </a:lnTo>
                <a:lnTo>
                  <a:pt x="65392" y="221122"/>
                </a:lnTo>
                <a:lnTo>
                  <a:pt x="54741" y="218967"/>
                </a:lnTo>
                <a:close/>
              </a:path>
              <a:path w="301625" h="383540">
                <a:moveTo>
                  <a:pt x="82112" y="246338"/>
                </a:moveTo>
                <a:lnTo>
                  <a:pt x="54741" y="246338"/>
                </a:lnTo>
                <a:lnTo>
                  <a:pt x="54741" y="355832"/>
                </a:lnTo>
                <a:lnTo>
                  <a:pt x="82112" y="355832"/>
                </a:lnTo>
                <a:lnTo>
                  <a:pt x="82112" y="246338"/>
                </a:lnTo>
                <a:close/>
              </a:path>
              <a:path w="301625" h="383540">
                <a:moveTo>
                  <a:pt x="164225" y="164225"/>
                </a:moveTo>
                <a:lnTo>
                  <a:pt x="136854" y="164225"/>
                </a:lnTo>
                <a:lnTo>
                  <a:pt x="126203" y="166382"/>
                </a:lnTo>
                <a:lnTo>
                  <a:pt x="117502" y="172260"/>
                </a:lnTo>
                <a:lnTo>
                  <a:pt x="111635" y="180971"/>
                </a:lnTo>
                <a:lnTo>
                  <a:pt x="109483" y="191627"/>
                </a:lnTo>
                <a:lnTo>
                  <a:pt x="109483" y="355853"/>
                </a:lnTo>
                <a:lnTo>
                  <a:pt x="111635" y="366504"/>
                </a:lnTo>
                <a:lnTo>
                  <a:pt x="117502" y="375204"/>
                </a:lnTo>
                <a:lnTo>
                  <a:pt x="126203" y="381072"/>
                </a:lnTo>
                <a:lnTo>
                  <a:pt x="136854" y="383223"/>
                </a:lnTo>
                <a:lnTo>
                  <a:pt x="164225" y="383223"/>
                </a:lnTo>
                <a:lnTo>
                  <a:pt x="174876" y="381072"/>
                </a:lnTo>
                <a:lnTo>
                  <a:pt x="183576" y="375204"/>
                </a:lnTo>
                <a:lnTo>
                  <a:pt x="189444" y="366504"/>
                </a:lnTo>
                <a:lnTo>
                  <a:pt x="191596" y="355853"/>
                </a:lnTo>
                <a:lnTo>
                  <a:pt x="136854" y="355853"/>
                </a:lnTo>
                <a:lnTo>
                  <a:pt x="136854" y="191627"/>
                </a:lnTo>
                <a:lnTo>
                  <a:pt x="191596" y="191627"/>
                </a:lnTo>
                <a:lnTo>
                  <a:pt x="189444" y="180971"/>
                </a:lnTo>
                <a:lnTo>
                  <a:pt x="183576" y="172260"/>
                </a:lnTo>
                <a:lnTo>
                  <a:pt x="174876" y="166382"/>
                </a:lnTo>
                <a:lnTo>
                  <a:pt x="164225" y="164225"/>
                </a:lnTo>
                <a:close/>
              </a:path>
              <a:path w="301625" h="383540">
                <a:moveTo>
                  <a:pt x="191596" y="191627"/>
                </a:moveTo>
                <a:lnTo>
                  <a:pt x="164225" y="191627"/>
                </a:lnTo>
                <a:lnTo>
                  <a:pt x="164225" y="355853"/>
                </a:lnTo>
                <a:lnTo>
                  <a:pt x="191596" y="355853"/>
                </a:lnTo>
                <a:lnTo>
                  <a:pt x="191596" y="191627"/>
                </a:lnTo>
                <a:close/>
              </a:path>
              <a:path w="301625" h="383540">
                <a:moveTo>
                  <a:pt x="273708" y="95798"/>
                </a:moveTo>
                <a:lnTo>
                  <a:pt x="246338" y="95798"/>
                </a:lnTo>
                <a:lnTo>
                  <a:pt x="235687" y="97950"/>
                </a:lnTo>
                <a:lnTo>
                  <a:pt x="226986" y="103817"/>
                </a:lnTo>
                <a:lnTo>
                  <a:pt x="221119" y="112518"/>
                </a:lnTo>
                <a:lnTo>
                  <a:pt x="218967" y="123169"/>
                </a:lnTo>
                <a:lnTo>
                  <a:pt x="218967" y="355832"/>
                </a:lnTo>
                <a:lnTo>
                  <a:pt x="221119" y="366483"/>
                </a:lnTo>
                <a:lnTo>
                  <a:pt x="226986" y="375183"/>
                </a:lnTo>
                <a:lnTo>
                  <a:pt x="235687" y="381051"/>
                </a:lnTo>
                <a:lnTo>
                  <a:pt x="246338" y="383202"/>
                </a:lnTo>
                <a:lnTo>
                  <a:pt x="273708" y="383202"/>
                </a:lnTo>
                <a:lnTo>
                  <a:pt x="284359" y="381051"/>
                </a:lnTo>
                <a:lnTo>
                  <a:pt x="293060" y="375183"/>
                </a:lnTo>
                <a:lnTo>
                  <a:pt x="298927" y="366483"/>
                </a:lnTo>
                <a:lnTo>
                  <a:pt x="301079" y="355832"/>
                </a:lnTo>
                <a:lnTo>
                  <a:pt x="246338" y="355832"/>
                </a:lnTo>
                <a:lnTo>
                  <a:pt x="246338" y="123169"/>
                </a:lnTo>
                <a:lnTo>
                  <a:pt x="301079" y="123169"/>
                </a:lnTo>
                <a:lnTo>
                  <a:pt x="298927" y="112518"/>
                </a:lnTo>
                <a:lnTo>
                  <a:pt x="293060" y="103817"/>
                </a:lnTo>
                <a:lnTo>
                  <a:pt x="284359" y="97950"/>
                </a:lnTo>
                <a:lnTo>
                  <a:pt x="273708" y="95798"/>
                </a:lnTo>
                <a:close/>
              </a:path>
              <a:path w="301625" h="383540">
                <a:moveTo>
                  <a:pt x="301079" y="123169"/>
                </a:moveTo>
                <a:lnTo>
                  <a:pt x="273708" y="123169"/>
                </a:lnTo>
                <a:lnTo>
                  <a:pt x="273708" y="355832"/>
                </a:lnTo>
                <a:lnTo>
                  <a:pt x="301079" y="355832"/>
                </a:lnTo>
                <a:lnTo>
                  <a:pt x="301079" y="123169"/>
                </a:lnTo>
                <a:close/>
              </a:path>
              <a:path w="301625" h="383540">
                <a:moveTo>
                  <a:pt x="119828" y="53380"/>
                </a:moveTo>
                <a:lnTo>
                  <a:pt x="26480" y="131179"/>
                </a:lnTo>
                <a:lnTo>
                  <a:pt x="25695" y="139828"/>
                </a:lnTo>
                <a:lnTo>
                  <a:pt x="35370" y="151429"/>
                </a:lnTo>
                <a:lnTo>
                  <a:pt x="44019" y="152215"/>
                </a:lnTo>
                <a:lnTo>
                  <a:pt x="122331" y="86960"/>
                </a:lnTo>
                <a:lnTo>
                  <a:pt x="178734" y="86960"/>
                </a:lnTo>
                <a:lnTo>
                  <a:pt x="189245" y="76447"/>
                </a:lnTo>
                <a:lnTo>
                  <a:pt x="150539" y="76447"/>
                </a:lnTo>
                <a:lnTo>
                  <a:pt x="127839" y="53736"/>
                </a:lnTo>
                <a:lnTo>
                  <a:pt x="119828" y="53380"/>
                </a:lnTo>
                <a:close/>
              </a:path>
              <a:path w="301625" h="383540">
                <a:moveTo>
                  <a:pt x="178734" y="86960"/>
                </a:moveTo>
                <a:lnTo>
                  <a:pt x="122331" y="86960"/>
                </a:lnTo>
                <a:lnTo>
                  <a:pt x="146204" y="110823"/>
                </a:lnTo>
                <a:lnTo>
                  <a:pt x="154874" y="110823"/>
                </a:lnTo>
                <a:lnTo>
                  <a:pt x="178734" y="86960"/>
                </a:lnTo>
                <a:close/>
              </a:path>
              <a:path w="301625" h="383540">
                <a:moveTo>
                  <a:pt x="240212" y="0"/>
                </a:moveTo>
                <a:lnTo>
                  <a:pt x="184046" y="0"/>
                </a:lnTo>
                <a:lnTo>
                  <a:pt x="177910" y="6125"/>
                </a:lnTo>
                <a:lnTo>
                  <a:pt x="177910" y="21234"/>
                </a:lnTo>
                <a:lnTo>
                  <a:pt x="184046" y="27370"/>
                </a:lnTo>
                <a:lnTo>
                  <a:pt x="199616" y="27370"/>
                </a:lnTo>
                <a:lnTo>
                  <a:pt x="150539" y="76447"/>
                </a:lnTo>
                <a:lnTo>
                  <a:pt x="189245" y="76447"/>
                </a:lnTo>
                <a:lnTo>
                  <a:pt x="218967" y="46721"/>
                </a:lnTo>
                <a:lnTo>
                  <a:pt x="246338" y="46721"/>
                </a:lnTo>
                <a:lnTo>
                  <a:pt x="246338" y="6125"/>
                </a:lnTo>
                <a:lnTo>
                  <a:pt x="240212" y="0"/>
                </a:lnTo>
                <a:close/>
              </a:path>
              <a:path w="301625" h="383540">
                <a:moveTo>
                  <a:pt x="246338" y="46721"/>
                </a:moveTo>
                <a:lnTo>
                  <a:pt x="218967" y="46721"/>
                </a:lnTo>
                <a:lnTo>
                  <a:pt x="218967" y="62291"/>
                </a:lnTo>
                <a:lnTo>
                  <a:pt x="225103" y="68427"/>
                </a:lnTo>
                <a:lnTo>
                  <a:pt x="240212" y="68427"/>
                </a:lnTo>
                <a:lnTo>
                  <a:pt x="246338" y="62291"/>
                </a:lnTo>
                <a:lnTo>
                  <a:pt x="246338" y="46721"/>
                </a:lnTo>
                <a:close/>
              </a:path>
            </a:pathLst>
          </a:custGeom>
          <a:solidFill>
            <a:srgbClr val="FCC6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1723986" y="4504789"/>
            <a:ext cx="2846070" cy="1271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90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RENTABILIDAD</a:t>
            </a:r>
            <a:endParaRPr sz="1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900" b="1" dirty="0">
                <a:solidFill>
                  <a:srgbClr val="2D1A46"/>
                </a:solidFill>
                <a:latin typeface="Times New Roman"/>
                <a:cs typeface="Times New Roman"/>
              </a:rPr>
              <a:t>+BENEFICIOS</a:t>
            </a:r>
            <a:r>
              <a:rPr sz="1900" b="1" spc="-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2D1A46"/>
                </a:solidFill>
                <a:latin typeface="Times New Roman"/>
                <a:cs typeface="Times New Roman"/>
              </a:rPr>
              <a:t>-</a:t>
            </a:r>
            <a:r>
              <a:rPr sz="1900" b="1" spc="-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FUGAS</a:t>
            </a:r>
            <a:endParaRPr sz="1900">
              <a:latin typeface="Times New Roman"/>
              <a:cs typeface="Times New Roman"/>
            </a:endParaRPr>
          </a:p>
          <a:p>
            <a:pPr marL="12065" marR="5080" algn="ctr">
              <a:lnSpc>
                <a:spcPct val="101000"/>
              </a:lnSpc>
              <a:spcBef>
                <a:spcPts val="625"/>
              </a:spcBef>
            </a:pP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La</a:t>
            </a:r>
            <a:r>
              <a:rPr sz="1900" spc="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rentabilidad</a:t>
            </a:r>
            <a:r>
              <a:rPr sz="1900" spc="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mejora</a:t>
            </a:r>
            <a:r>
              <a:rPr sz="1900" spc="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en</a:t>
            </a:r>
            <a:r>
              <a:rPr sz="1900" spc="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spc="-25" dirty="0">
                <a:solidFill>
                  <a:srgbClr val="2D1A46"/>
                </a:solidFill>
                <a:latin typeface="Times New Roman"/>
                <a:cs typeface="Times New Roman"/>
              </a:rPr>
              <a:t>un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52%de</a:t>
            </a:r>
            <a:r>
              <a:rPr sz="1900" spc="3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los</a:t>
            </a:r>
            <a:r>
              <a:rPr sz="1900" spc="3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2D1A46"/>
                </a:solidFill>
                <a:latin typeface="Times New Roman"/>
                <a:cs typeface="Times New Roman"/>
              </a:rPr>
              <a:t>casos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2934345" y="3649277"/>
            <a:ext cx="425450" cy="425450"/>
            <a:chOff x="12934345" y="3649277"/>
            <a:chExt cx="425450" cy="425450"/>
          </a:xfrm>
        </p:grpSpPr>
        <p:sp>
          <p:nvSpPr>
            <p:cNvPr id="29" name="object 29"/>
            <p:cNvSpPr/>
            <p:nvPr/>
          </p:nvSpPr>
          <p:spPr>
            <a:xfrm>
              <a:off x="12934345" y="3649277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187505" y="366857"/>
                  </a:moveTo>
                  <a:lnTo>
                    <a:pt x="121912" y="366857"/>
                  </a:lnTo>
                  <a:lnTo>
                    <a:pt x="132738" y="372743"/>
                  </a:lnTo>
                  <a:lnTo>
                    <a:pt x="143938" y="377854"/>
                  </a:lnTo>
                  <a:lnTo>
                    <a:pt x="155467" y="382177"/>
                  </a:lnTo>
                  <a:lnTo>
                    <a:pt x="167282" y="385695"/>
                  </a:lnTo>
                  <a:lnTo>
                    <a:pt x="167282" y="419652"/>
                  </a:lnTo>
                  <a:lnTo>
                    <a:pt x="172518" y="424887"/>
                  </a:lnTo>
                  <a:lnTo>
                    <a:pt x="252369" y="424887"/>
                  </a:lnTo>
                  <a:lnTo>
                    <a:pt x="257604" y="419652"/>
                  </a:lnTo>
                  <a:lnTo>
                    <a:pt x="257604" y="401474"/>
                  </a:lnTo>
                  <a:lnTo>
                    <a:pt x="190737" y="401474"/>
                  </a:lnTo>
                  <a:lnTo>
                    <a:pt x="190737" y="370815"/>
                  </a:lnTo>
                  <a:lnTo>
                    <a:pt x="187505" y="366857"/>
                  </a:lnTo>
                  <a:close/>
                </a:path>
                <a:path w="425450" h="425450">
                  <a:moveTo>
                    <a:pt x="303182" y="339204"/>
                  </a:moveTo>
                  <a:lnTo>
                    <a:pt x="302822" y="339204"/>
                  </a:lnTo>
                  <a:lnTo>
                    <a:pt x="298196" y="342251"/>
                  </a:lnTo>
                  <a:lnTo>
                    <a:pt x="285394" y="349888"/>
                  </a:lnTo>
                  <a:lnTo>
                    <a:pt x="271958" y="356235"/>
                  </a:lnTo>
                  <a:lnTo>
                    <a:pt x="257976" y="361255"/>
                  </a:lnTo>
                  <a:lnTo>
                    <a:pt x="243543" y="364910"/>
                  </a:lnTo>
                  <a:lnTo>
                    <a:pt x="238141" y="366020"/>
                  </a:lnTo>
                  <a:lnTo>
                    <a:pt x="234233" y="370815"/>
                  </a:lnTo>
                  <a:lnTo>
                    <a:pt x="234233" y="401474"/>
                  </a:lnTo>
                  <a:lnTo>
                    <a:pt x="257604" y="401474"/>
                  </a:lnTo>
                  <a:lnTo>
                    <a:pt x="257604" y="385695"/>
                  </a:lnTo>
                  <a:lnTo>
                    <a:pt x="269420" y="382177"/>
                  </a:lnTo>
                  <a:lnTo>
                    <a:pt x="280949" y="377854"/>
                  </a:lnTo>
                  <a:lnTo>
                    <a:pt x="292148" y="372743"/>
                  </a:lnTo>
                  <a:lnTo>
                    <a:pt x="302975" y="366857"/>
                  </a:lnTo>
                  <a:lnTo>
                    <a:pt x="358475" y="366857"/>
                  </a:lnTo>
                  <a:lnTo>
                    <a:pt x="363816" y="361517"/>
                  </a:lnTo>
                  <a:lnTo>
                    <a:pt x="330764" y="361517"/>
                  </a:lnTo>
                  <a:lnTo>
                    <a:pt x="309048" y="339822"/>
                  </a:lnTo>
                  <a:lnTo>
                    <a:pt x="309329" y="339822"/>
                  </a:lnTo>
                  <a:lnTo>
                    <a:pt x="303182" y="339204"/>
                  </a:lnTo>
                  <a:close/>
                </a:path>
                <a:path w="425450" h="425450">
                  <a:moveTo>
                    <a:pt x="97871" y="33988"/>
                  </a:moveTo>
                  <a:lnTo>
                    <a:pt x="90457" y="33988"/>
                  </a:lnTo>
                  <a:lnTo>
                    <a:pt x="33988" y="90457"/>
                  </a:lnTo>
                  <a:lnTo>
                    <a:pt x="34009" y="97871"/>
                  </a:lnTo>
                  <a:lnTo>
                    <a:pt x="58165" y="122048"/>
                  </a:lnTo>
                  <a:lnTo>
                    <a:pt x="57955" y="122048"/>
                  </a:lnTo>
                  <a:lnTo>
                    <a:pt x="39318" y="166892"/>
                  </a:lnTo>
                  <a:lnTo>
                    <a:pt x="39202" y="167282"/>
                  </a:lnTo>
                  <a:lnTo>
                    <a:pt x="5235" y="167282"/>
                  </a:lnTo>
                  <a:lnTo>
                    <a:pt x="0" y="172518"/>
                  </a:lnTo>
                  <a:lnTo>
                    <a:pt x="0" y="252369"/>
                  </a:lnTo>
                  <a:lnTo>
                    <a:pt x="5245" y="257615"/>
                  </a:lnTo>
                  <a:lnTo>
                    <a:pt x="39202" y="257615"/>
                  </a:lnTo>
                  <a:lnTo>
                    <a:pt x="42715" y="269424"/>
                  </a:lnTo>
                  <a:lnTo>
                    <a:pt x="47037" y="280950"/>
                  </a:lnTo>
                  <a:lnTo>
                    <a:pt x="52148" y="292148"/>
                  </a:lnTo>
                  <a:lnTo>
                    <a:pt x="58029" y="302975"/>
                  </a:lnTo>
                  <a:lnTo>
                    <a:pt x="33988" y="327037"/>
                  </a:lnTo>
                  <a:lnTo>
                    <a:pt x="33998" y="334440"/>
                  </a:lnTo>
                  <a:lnTo>
                    <a:pt x="90447" y="390899"/>
                  </a:lnTo>
                  <a:lnTo>
                    <a:pt x="97850" y="390899"/>
                  </a:lnTo>
                  <a:lnTo>
                    <a:pt x="121912" y="366857"/>
                  </a:lnTo>
                  <a:lnTo>
                    <a:pt x="187505" y="366857"/>
                  </a:lnTo>
                  <a:lnTo>
                    <a:pt x="186821" y="366020"/>
                  </a:lnTo>
                  <a:lnTo>
                    <a:pt x="181366" y="364910"/>
                  </a:lnTo>
                  <a:lnTo>
                    <a:pt x="167959" y="361517"/>
                  </a:lnTo>
                  <a:lnTo>
                    <a:pt x="94185" y="361517"/>
                  </a:lnTo>
                  <a:lnTo>
                    <a:pt x="63401" y="330733"/>
                  </a:lnTo>
                  <a:lnTo>
                    <a:pt x="85107" y="309016"/>
                  </a:lnTo>
                  <a:lnTo>
                    <a:pt x="85714" y="302975"/>
                  </a:lnTo>
                  <a:lnTo>
                    <a:pt x="63650" y="258030"/>
                  </a:lnTo>
                  <a:lnTo>
                    <a:pt x="58888" y="238128"/>
                  </a:lnTo>
                  <a:lnTo>
                    <a:pt x="54082" y="234191"/>
                  </a:lnTo>
                  <a:lnTo>
                    <a:pt x="23412" y="234191"/>
                  </a:lnTo>
                  <a:lnTo>
                    <a:pt x="23412" y="190695"/>
                  </a:lnTo>
                  <a:lnTo>
                    <a:pt x="54071" y="190695"/>
                  </a:lnTo>
                  <a:lnTo>
                    <a:pt x="58867" y="186779"/>
                  </a:lnTo>
                  <a:lnTo>
                    <a:pt x="75003" y="139469"/>
                  </a:lnTo>
                  <a:lnTo>
                    <a:pt x="85693" y="122048"/>
                  </a:lnTo>
                  <a:lnTo>
                    <a:pt x="85075" y="115891"/>
                  </a:lnTo>
                  <a:lnTo>
                    <a:pt x="63401" y="94154"/>
                  </a:lnTo>
                  <a:lnTo>
                    <a:pt x="94185" y="63380"/>
                  </a:lnTo>
                  <a:lnTo>
                    <a:pt x="167870" y="63380"/>
                  </a:lnTo>
                  <a:lnTo>
                    <a:pt x="181262" y="59987"/>
                  </a:lnTo>
                  <a:lnTo>
                    <a:pt x="186678" y="58867"/>
                  </a:lnTo>
                  <a:lnTo>
                    <a:pt x="187439" y="58040"/>
                  </a:lnTo>
                  <a:lnTo>
                    <a:pt x="121912" y="58040"/>
                  </a:lnTo>
                  <a:lnTo>
                    <a:pt x="97871" y="33988"/>
                  </a:lnTo>
                  <a:close/>
                </a:path>
                <a:path w="425450" h="425450">
                  <a:moveTo>
                    <a:pt x="358475" y="366857"/>
                  </a:moveTo>
                  <a:lnTo>
                    <a:pt x="302975" y="366857"/>
                  </a:lnTo>
                  <a:lnTo>
                    <a:pt x="327016" y="390899"/>
                  </a:lnTo>
                  <a:lnTo>
                    <a:pt x="334429" y="390899"/>
                  </a:lnTo>
                  <a:lnTo>
                    <a:pt x="358475" y="366857"/>
                  </a:lnTo>
                  <a:close/>
                </a:path>
                <a:path w="425450" h="425450">
                  <a:moveTo>
                    <a:pt x="122038" y="339204"/>
                  </a:moveTo>
                  <a:lnTo>
                    <a:pt x="115902" y="339822"/>
                  </a:lnTo>
                  <a:lnTo>
                    <a:pt x="94185" y="361517"/>
                  </a:lnTo>
                  <a:lnTo>
                    <a:pt x="167959" y="361517"/>
                  </a:lnTo>
                  <a:lnTo>
                    <a:pt x="166920" y="361255"/>
                  </a:lnTo>
                  <a:lnTo>
                    <a:pt x="152925" y="356235"/>
                  </a:lnTo>
                  <a:lnTo>
                    <a:pt x="139478" y="349888"/>
                  </a:lnTo>
                  <a:lnTo>
                    <a:pt x="126676" y="342251"/>
                  </a:lnTo>
                  <a:lnTo>
                    <a:pt x="122038" y="339204"/>
                  </a:lnTo>
                  <a:close/>
                </a:path>
                <a:path w="425450" h="425450">
                  <a:moveTo>
                    <a:pt x="363826" y="63380"/>
                  </a:moveTo>
                  <a:lnTo>
                    <a:pt x="330701" y="63380"/>
                  </a:lnTo>
                  <a:lnTo>
                    <a:pt x="361475" y="94154"/>
                  </a:lnTo>
                  <a:lnTo>
                    <a:pt x="339778" y="115891"/>
                  </a:lnTo>
                  <a:lnTo>
                    <a:pt x="339183" y="122048"/>
                  </a:lnTo>
                  <a:lnTo>
                    <a:pt x="342232" y="126676"/>
                  </a:lnTo>
                  <a:lnTo>
                    <a:pt x="349871" y="139469"/>
                  </a:lnTo>
                  <a:lnTo>
                    <a:pt x="356220" y="152906"/>
                  </a:lnTo>
                  <a:lnTo>
                    <a:pt x="361241" y="166892"/>
                  </a:lnTo>
                  <a:lnTo>
                    <a:pt x="364898" y="181334"/>
                  </a:lnTo>
                  <a:lnTo>
                    <a:pt x="366048" y="186779"/>
                  </a:lnTo>
                  <a:lnTo>
                    <a:pt x="370856" y="190695"/>
                  </a:lnTo>
                  <a:lnTo>
                    <a:pt x="401474" y="190695"/>
                  </a:lnTo>
                  <a:lnTo>
                    <a:pt x="401474" y="234191"/>
                  </a:lnTo>
                  <a:lnTo>
                    <a:pt x="370815" y="234191"/>
                  </a:lnTo>
                  <a:lnTo>
                    <a:pt x="366016" y="238128"/>
                  </a:lnTo>
                  <a:lnTo>
                    <a:pt x="349867" y="285445"/>
                  </a:lnTo>
                  <a:lnTo>
                    <a:pt x="339207" y="302975"/>
                  </a:lnTo>
                  <a:lnTo>
                    <a:pt x="339832" y="309016"/>
                  </a:lnTo>
                  <a:lnTo>
                    <a:pt x="357844" y="327037"/>
                  </a:lnTo>
                  <a:lnTo>
                    <a:pt x="361496" y="330733"/>
                  </a:lnTo>
                  <a:lnTo>
                    <a:pt x="330701" y="361517"/>
                  </a:lnTo>
                  <a:lnTo>
                    <a:pt x="363816" y="361517"/>
                  </a:lnTo>
                  <a:lnTo>
                    <a:pt x="390899" y="334440"/>
                  </a:lnTo>
                  <a:lnTo>
                    <a:pt x="390899" y="327037"/>
                  </a:lnTo>
                  <a:lnTo>
                    <a:pt x="366857" y="302975"/>
                  </a:lnTo>
                  <a:lnTo>
                    <a:pt x="372738" y="292148"/>
                  </a:lnTo>
                  <a:lnTo>
                    <a:pt x="377849" y="280950"/>
                  </a:lnTo>
                  <a:lnTo>
                    <a:pt x="382171" y="269424"/>
                  </a:lnTo>
                  <a:lnTo>
                    <a:pt x="385561" y="258030"/>
                  </a:lnTo>
                  <a:lnTo>
                    <a:pt x="385684" y="257615"/>
                  </a:lnTo>
                  <a:lnTo>
                    <a:pt x="419641" y="257615"/>
                  </a:lnTo>
                  <a:lnTo>
                    <a:pt x="424887" y="252369"/>
                  </a:lnTo>
                  <a:lnTo>
                    <a:pt x="424887" y="172518"/>
                  </a:lnTo>
                  <a:lnTo>
                    <a:pt x="419652" y="167282"/>
                  </a:lnTo>
                  <a:lnTo>
                    <a:pt x="385684" y="167282"/>
                  </a:lnTo>
                  <a:lnTo>
                    <a:pt x="382171" y="155468"/>
                  </a:lnTo>
                  <a:lnTo>
                    <a:pt x="377849" y="143941"/>
                  </a:lnTo>
                  <a:lnTo>
                    <a:pt x="372738" y="132743"/>
                  </a:lnTo>
                  <a:lnTo>
                    <a:pt x="366931" y="122048"/>
                  </a:lnTo>
                  <a:lnTo>
                    <a:pt x="366721" y="122048"/>
                  </a:lnTo>
                  <a:lnTo>
                    <a:pt x="390899" y="97871"/>
                  </a:lnTo>
                  <a:lnTo>
                    <a:pt x="390899" y="90457"/>
                  </a:lnTo>
                  <a:lnTo>
                    <a:pt x="363826" y="63380"/>
                  </a:lnTo>
                  <a:close/>
                </a:path>
                <a:path w="425450" h="425450">
                  <a:moveTo>
                    <a:pt x="167870" y="63380"/>
                  </a:moveTo>
                  <a:lnTo>
                    <a:pt x="94185" y="63380"/>
                  </a:lnTo>
                  <a:lnTo>
                    <a:pt x="115902" y="85086"/>
                  </a:lnTo>
                  <a:lnTo>
                    <a:pt x="122069" y="85704"/>
                  </a:lnTo>
                  <a:lnTo>
                    <a:pt x="126718" y="82636"/>
                  </a:lnTo>
                  <a:lnTo>
                    <a:pt x="139488" y="75003"/>
                  </a:lnTo>
                  <a:lnTo>
                    <a:pt x="152906" y="68657"/>
                  </a:lnTo>
                  <a:lnTo>
                    <a:pt x="166868" y="63638"/>
                  </a:lnTo>
                  <a:lnTo>
                    <a:pt x="167870" y="63380"/>
                  </a:lnTo>
                  <a:close/>
                </a:path>
                <a:path w="425450" h="425450">
                  <a:moveTo>
                    <a:pt x="257604" y="23412"/>
                  </a:moveTo>
                  <a:lnTo>
                    <a:pt x="234191" y="23412"/>
                  </a:lnTo>
                  <a:lnTo>
                    <a:pt x="234191" y="54071"/>
                  </a:lnTo>
                  <a:lnTo>
                    <a:pt x="238107" y="58867"/>
                  </a:lnTo>
                  <a:lnTo>
                    <a:pt x="243563" y="59987"/>
                  </a:lnTo>
                  <a:lnTo>
                    <a:pt x="257999" y="63638"/>
                  </a:lnTo>
                  <a:lnTo>
                    <a:pt x="271981" y="68657"/>
                  </a:lnTo>
                  <a:lnTo>
                    <a:pt x="285413" y="75003"/>
                  </a:lnTo>
                  <a:lnTo>
                    <a:pt x="298200" y="82636"/>
                  </a:lnTo>
                  <a:lnTo>
                    <a:pt x="302854" y="85704"/>
                  </a:lnTo>
                  <a:lnTo>
                    <a:pt x="308881" y="85086"/>
                  </a:lnTo>
                  <a:lnTo>
                    <a:pt x="311427" y="82636"/>
                  </a:lnTo>
                  <a:lnTo>
                    <a:pt x="330701" y="63380"/>
                  </a:lnTo>
                  <a:lnTo>
                    <a:pt x="363826" y="63380"/>
                  </a:lnTo>
                  <a:lnTo>
                    <a:pt x="358487" y="58040"/>
                  </a:lnTo>
                  <a:lnTo>
                    <a:pt x="302975" y="58040"/>
                  </a:lnTo>
                  <a:lnTo>
                    <a:pt x="292148" y="52153"/>
                  </a:lnTo>
                  <a:lnTo>
                    <a:pt x="280949" y="47039"/>
                  </a:lnTo>
                  <a:lnTo>
                    <a:pt x="269420" y="42716"/>
                  </a:lnTo>
                  <a:lnTo>
                    <a:pt x="257604" y="39202"/>
                  </a:lnTo>
                  <a:lnTo>
                    <a:pt x="257604" y="23412"/>
                  </a:lnTo>
                  <a:close/>
                </a:path>
                <a:path w="425450" h="425450">
                  <a:moveTo>
                    <a:pt x="252369" y="0"/>
                  </a:moveTo>
                  <a:lnTo>
                    <a:pt x="172518" y="0"/>
                  </a:lnTo>
                  <a:lnTo>
                    <a:pt x="167282" y="5235"/>
                  </a:lnTo>
                  <a:lnTo>
                    <a:pt x="167282" y="39202"/>
                  </a:lnTo>
                  <a:lnTo>
                    <a:pt x="155467" y="42716"/>
                  </a:lnTo>
                  <a:lnTo>
                    <a:pt x="143938" y="47039"/>
                  </a:lnTo>
                  <a:lnTo>
                    <a:pt x="132738" y="52153"/>
                  </a:lnTo>
                  <a:lnTo>
                    <a:pt x="121912" y="58040"/>
                  </a:lnTo>
                  <a:lnTo>
                    <a:pt x="187439" y="58040"/>
                  </a:lnTo>
                  <a:lnTo>
                    <a:pt x="190687" y="54071"/>
                  </a:lnTo>
                  <a:lnTo>
                    <a:pt x="190695" y="23412"/>
                  </a:lnTo>
                  <a:lnTo>
                    <a:pt x="257604" y="23412"/>
                  </a:lnTo>
                  <a:lnTo>
                    <a:pt x="257604" y="5235"/>
                  </a:lnTo>
                  <a:lnTo>
                    <a:pt x="252369" y="0"/>
                  </a:lnTo>
                  <a:close/>
                </a:path>
                <a:path w="425450" h="425450">
                  <a:moveTo>
                    <a:pt x="334440" y="33988"/>
                  </a:moveTo>
                  <a:lnTo>
                    <a:pt x="327037" y="33988"/>
                  </a:lnTo>
                  <a:lnTo>
                    <a:pt x="302975" y="58040"/>
                  </a:lnTo>
                  <a:lnTo>
                    <a:pt x="358487" y="58040"/>
                  </a:lnTo>
                  <a:lnTo>
                    <a:pt x="334440" y="33988"/>
                  </a:lnTo>
                  <a:close/>
                </a:path>
              </a:pathLst>
            </a:custGeom>
            <a:solidFill>
              <a:srgbClr val="FCC6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021327" y="3736263"/>
              <a:ext cx="250924" cy="250924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10299212" y="6607719"/>
            <a:ext cx="5695315" cy="3151505"/>
            <a:chOff x="10299212" y="6607719"/>
            <a:chExt cx="5695315" cy="3151505"/>
          </a:xfrm>
        </p:grpSpPr>
        <p:sp>
          <p:nvSpPr>
            <p:cNvPr id="32" name="object 32"/>
            <p:cNvSpPr/>
            <p:nvPr/>
          </p:nvSpPr>
          <p:spPr>
            <a:xfrm>
              <a:off x="10299212" y="7235213"/>
              <a:ext cx="5695315" cy="2524125"/>
            </a:xfrm>
            <a:custGeom>
              <a:avLst/>
              <a:gdLst/>
              <a:ahLst/>
              <a:cxnLst/>
              <a:rect l="l" t="t" r="r" b="b"/>
              <a:pathLst>
                <a:path w="5695315" h="2524125">
                  <a:moveTo>
                    <a:pt x="5529946" y="0"/>
                  </a:moveTo>
                  <a:lnTo>
                    <a:pt x="165209" y="0"/>
                  </a:lnTo>
                  <a:lnTo>
                    <a:pt x="121290" y="5901"/>
                  </a:lnTo>
                  <a:lnTo>
                    <a:pt x="81824" y="22555"/>
                  </a:lnTo>
                  <a:lnTo>
                    <a:pt x="48388" y="48388"/>
                  </a:lnTo>
                  <a:lnTo>
                    <a:pt x="22555" y="81824"/>
                  </a:lnTo>
                  <a:lnTo>
                    <a:pt x="5901" y="121290"/>
                  </a:lnTo>
                  <a:lnTo>
                    <a:pt x="0" y="165209"/>
                  </a:lnTo>
                  <a:lnTo>
                    <a:pt x="0" y="2358441"/>
                  </a:lnTo>
                  <a:lnTo>
                    <a:pt x="5901" y="2402360"/>
                  </a:lnTo>
                  <a:lnTo>
                    <a:pt x="22555" y="2441825"/>
                  </a:lnTo>
                  <a:lnTo>
                    <a:pt x="48388" y="2475262"/>
                  </a:lnTo>
                  <a:lnTo>
                    <a:pt x="81824" y="2501095"/>
                  </a:lnTo>
                  <a:lnTo>
                    <a:pt x="121290" y="2517749"/>
                  </a:lnTo>
                  <a:lnTo>
                    <a:pt x="165209" y="2523650"/>
                  </a:lnTo>
                  <a:lnTo>
                    <a:pt x="5529946" y="2523650"/>
                  </a:lnTo>
                  <a:lnTo>
                    <a:pt x="5573866" y="2517749"/>
                  </a:lnTo>
                  <a:lnTo>
                    <a:pt x="5613331" y="2501095"/>
                  </a:lnTo>
                  <a:lnTo>
                    <a:pt x="5646767" y="2475262"/>
                  </a:lnTo>
                  <a:lnTo>
                    <a:pt x="5672600" y="2441825"/>
                  </a:lnTo>
                  <a:lnTo>
                    <a:pt x="5689255" y="2402360"/>
                  </a:lnTo>
                  <a:lnTo>
                    <a:pt x="5695156" y="2358441"/>
                  </a:lnTo>
                  <a:lnTo>
                    <a:pt x="5695156" y="165209"/>
                  </a:lnTo>
                  <a:lnTo>
                    <a:pt x="5689255" y="121290"/>
                  </a:lnTo>
                  <a:lnTo>
                    <a:pt x="5672600" y="81824"/>
                  </a:lnTo>
                  <a:lnTo>
                    <a:pt x="5646767" y="48388"/>
                  </a:lnTo>
                  <a:lnTo>
                    <a:pt x="5613331" y="22555"/>
                  </a:lnTo>
                  <a:lnTo>
                    <a:pt x="5573866" y="5901"/>
                  </a:lnTo>
                  <a:lnTo>
                    <a:pt x="5529946" y="0"/>
                  </a:lnTo>
                  <a:close/>
                </a:path>
              </a:pathLst>
            </a:custGeom>
            <a:solidFill>
              <a:srgbClr val="FFF6E0">
                <a:alpha val="7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734647" y="6607719"/>
              <a:ext cx="824865" cy="824865"/>
            </a:xfrm>
            <a:custGeom>
              <a:avLst/>
              <a:gdLst/>
              <a:ahLst/>
              <a:cxnLst/>
              <a:rect l="l" t="t" r="r" b="b"/>
              <a:pathLst>
                <a:path w="824865" h="824865">
                  <a:moveTo>
                    <a:pt x="412144" y="0"/>
                  </a:moveTo>
                  <a:lnTo>
                    <a:pt x="364078" y="2772"/>
                  </a:lnTo>
                  <a:lnTo>
                    <a:pt x="317641" y="10885"/>
                  </a:lnTo>
                  <a:lnTo>
                    <a:pt x="273143" y="24028"/>
                  </a:lnTo>
                  <a:lnTo>
                    <a:pt x="230891" y="41891"/>
                  </a:lnTo>
                  <a:lnTo>
                    <a:pt x="191196" y="64167"/>
                  </a:lnTo>
                  <a:lnTo>
                    <a:pt x="154366" y="90545"/>
                  </a:lnTo>
                  <a:lnTo>
                    <a:pt x="120712" y="120716"/>
                  </a:lnTo>
                  <a:lnTo>
                    <a:pt x="90541" y="154371"/>
                  </a:lnTo>
                  <a:lnTo>
                    <a:pt x="64164" y="191200"/>
                  </a:lnTo>
                  <a:lnTo>
                    <a:pt x="41889" y="230895"/>
                  </a:lnTo>
                  <a:lnTo>
                    <a:pt x="24026" y="273147"/>
                  </a:lnTo>
                  <a:lnTo>
                    <a:pt x="10884" y="317645"/>
                  </a:lnTo>
                  <a:lnTo>
                    <a:pt x="2772" y="364080"/>
                  </a:lnTo>
                  <a:lnTo>
                    <a:pt x="0" y="412144"/>
                  </a:lnTo>
                  <a:lnTo>
                    <a:pt x="2772" y="460210"/>
                  </a:lnTo>
                  <a:lnTo>
                    <a:pt x="10884" y="506647"/>
                  </a:lnTo>
                  <a:lnTo>
                    <a:pt x="24026" y="551146"/>
                  </a:lnTo>
                  <a:lnTo>
                    <a:pt x="41889" y="593397"/>
                  </a:lnTo>
                  <a:lnTo>
                    <a:pt x="64164" y="633092"/>
                  </a:lnTo>
                  <a:lnTo>
                    <a:pt x="90541" y="669922"/>
                  </a:lnTo>
                  <a:lnTo>
                    <a:pt x="120712" y="703576"/>
                  </a:lnTo>
                  <a:lnTo>
                    <a:pt x="154366" y="733747"/>
                  </a:lnTo>
                  <a:lnTo>
                    <a:pt x="191196" y="760124"/>
                  </a:lnTo>
                  <a:lnTo>
                    <a:pt x="230891" y="782399"/>
                  </a:lnTo>
                  <a:lnTo>
                    <a:pt x="273143" y="800262"/>
                  </a:lnTo>
                  <a:lnTo>
                    <a:pt x="317641" y="813404"/>
                  </a:lnTo>
                  <a:lnTo>
                    <a:pt x="364078" y="821516"/>
                  </a:lnTo>
                  <a:lnTo>
                    <a:pt x="412144" y="824289"/>
                  </a:lnTo>
                  <a:lnTo>
                    <a:pt x="460208" y="821516"/>
                  </a:lnTo>
                  <a:lnTo>
                    <a:pt x="506643" y="813404"/>
                  </a:lnTo>
                  <a:lnTo>
                    <a:pt x="551141" y="800262"/>
                  </a:lnTo>
                  <a:lnTo>
                    <a:pt x="593393" y="782399"/>
                  </a:lnTo>
                  <a:lnTo>
                    <a:pt x="633088" y="760124"/>
                  </a:lnTo>
                  <a:lnTo>
                    <a:pt x="669917" y="733747"/>
                  </a:lnTo>
                  <a:lnTo>
                    <a:pt x="703572" y="703576"/>
                  </a:lnTo>
                  <a:lnTo>
                    <a:pt x="733743" y="669922"/>
                  </a:lnTo>
                  <a:lnTo>
                    <a:pt x="760121" y="633092"/>
                  </a:lnTo>
                  <a:lnTo>
                    <a:pt x="782397" y="593397"/>
                  </a:lnTo>
                  <a:lnTo>
                    <a:pt x="800261" y="551146"/>
                  </a:lnTo>
                  <a:lnTo>
                    <a:pt x="813403" y="506647"/>
                  </a:lnTo>
                  <a:lnTo>
                    <a:pt x="821516" y="460210"/>
                  </a:lnTo>
                  <a:lnTo>
                    <a:pt x="824289" y="412144"/>
                  </a:lnTo>
                  <a:lnTo>
                    <a:pt x="821516" y="364080"/>
                  </a:lnTo>
                  <a:lnTo>
                    <a:pt x="813403" y="317645"/>
                  </a:lnTo>
                  <a:lnTo>
                    <a:pt x="800261" y="273147"/>
                  </a:lnTo>
                  <a:lnTo>
                    <a:pt x="782397" y="230895"/>
                  </a:lnTo>
                  <a:lnTo>
                    <a:pt x="760121" y="191200"/>
                  </a:lnTo>
                  <a:lnTo>
                    <a:pt x="733743" y="154371"/>
                  </a:lnTo>
                  <a:lnTo>
                    <a:pt x="703572" y="120716"/>
                  </a:lnTo>
                  <a:lnTo>
                    <a:pt x="669917" y="90545"/>
                  </a:lnTo>
                  <a:lnTo>
                    <a:pt x="633088" y="64167"/>
                  </a:lnTo>
                  <a:lnTo>
                    <a:pt x="593393" y="41891"/>
                  </a:lnTo>
                  <a:lnTo>
                    <a:pt x="551141" y="24028"/>
                  </a:lnTo>
                  <a:lnTo>
                    <a:pt x="506643" y="10885"/>
                  </a:lnTo>
                  <a:lnTo>
                    <a:pt x="460208" y="2772"/>
                  </a:lnTo>
                  <a:lnTo>
                    <a:pt x="412144" y="0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676322" y="7662932"/>
            <a:ext cx="4942205" cy="156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90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ESTABILIDAD</a:t>
            </a:r>
            <a:endParaRPr sz="1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90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+VIDA</a:t>
            </a:r>
            <a:r>
              <a:rPr sz="1900" b="1" spc="-7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-RIESGOS</a:t>
            </a:r>
            <a:endParaRPr sz="1900">
              <a:latin typeface="Times New Roman"/>
              <a:cs typeface="Times New Roman"/>
            </a:endParaRPr>
          </a:p>
          <a:p>
            <a:pPr marL="12700" marR="5080" indent="60325" algn="ctr">
              <a:lnSpc>
                <a:spcPct val="101000"/>
              </a:lnSpc>
              <a:spcBef>
                <a:spcPts val="625"/>
              </a:spcBef>
            </a:pP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En</a:t>
            </a:r>
            <a:r>
              <a:rPr sz="190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el</a:t>
            </a:r>
            <a:r>
              <a:rPr sz="190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85%</a:t>
            </a:r>
            <a:r>
              <a:rPr sz="1900" spc="3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190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las</a:t>
            </a:r>
            <a:r>
              <a:rPr sz="190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empresas</a:t>
            </a:r>
            <a:r>
              <a:rPr sz="1900" spc="3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aumenta</a:t>
            </a:r>
            <a:r>
              <a:rPr sz="190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su</a:t>
            </a:r>
            <a:r>
              <a:rPr sz="1900" spc="3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2D1A46"/>
                </a:solidFill>
                <a:latin typeface="Times New Roman"/>
                <a:cs typeface="Times New Roman"/>
              </a:rPr>
              <a:t>esperanza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1900" spc="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vida</a:t>
            </a:r>
            <a:r>
              <a:rPr sz="1900" spc="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aumenta</a:t>
            </a:r>
            <a:r>
              <a:rPr sz="1900" spc="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su</a:t>
            </a:r>
            <a:r>
              <a:rPr sz="1900" spc="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salud</a:t>
            </a:r>
            <a:r>
              <a:rPr sz="1900" spc="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financiera</a:t>
            </a:r>
            <a:r>
              <a:rPr sz="1900" spc="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contando</a:t>
            </a:r>
            <a:r>
              <a:rPr sz="1900" spc="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2D1A46"/>
                </a:solidFill>
                <a:latin typeface="Times New Roman"/>
                <a:cs typeface="Times New Roman"/>
              </a:rPr>
              <a:t>solo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con</a:t>
            </a:r>
            <a:r>
              <a:rPr sz="1900" spc="2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los</a:t>
            </a:r>
            <a:r>
              <a:rPr sz="1900" spc="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recursos</a:t>
            </a:r>
            <a:r>
              <a:rPr sz="1900" spc="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reales</a:t>
            </a:r>
            <a:r>
              <a:rPr sz="1900" spc="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1900" spc="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D1A46"/>
                </a:solidFill>
                <a:latin typeface="Times New Roman"/>
                <a:cs typeface="Times New Roman"/>
              </a:rPr>
              <a:t>la</a:t>
            </a:r>
            <a:r>
              <a:rPr sz="1900" spc="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2D1A46"/>
                </a:solidFill>
                <a:latin typeface="Times New Roman"/>
                <a:cs typeface="Times New Roman"/>
              </a:rPr>
              <a:t>empresa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3000452" y="6849140"/>
            <a:ext cx="292735" cy="341630"/>
          </a:xfrm>
          <a:custGeom>
            <a:avLst/>
            <a:gdLst/>
            <a:ahLst/>
            <a:cxnLst/>
            <a:rect l="l" t="t" r="r" b="b"/>
            <a:pathLst>
              <a:path w="292734" h="341629">
                <a:moveTo>
                  <a:pt x="287205" y="317058"/>
                </a:moveTo>
                <a:lnTo>
                  <a:pt x="5465" y="317058"/>
                </a:lnTo>
                <a:lnTo>
                  <a:pt x="0" y="322513"/>
                </a:lnTo>
                <a:lnTo>
                  <a:pt x="0" y="335989"/>
                </a:lnTo>
                <a:lnTo>
                  <a:pt x="5465" y="341445"/>
                </a:lnTo>
                <a:lnTo>
                  <a:pt x="287226" y="341445"/>
                </a:lnTo>
                <a:lnTo>
                  <a:pt x="292661" y="335989"/>
                </a:lnTo>
                <a:lnTo>
                  <a:pt x="292671" y="322513"/>
                </a:lnTo>
                <a:lnTo>
                  <a:pt x="287205" y="317058"/>
                </a:lnTo>
                <a:close/>
              </a:path>
              <a:path w="292734" h="341629">
                <a:moveTo>
                  <a:pt x="60971" y="24386"/>
                </a:moveTo>
                <a:lnTo>
                  <a:pt x="36585" y="24386"/>
                </a:lnTo>
                <a:lnTo>
                  <a:pt x="36585" y="43893"/>
                </a:lnTo>
                <a:lnTo>
                  <a:pt x="53489" y="112348"/>
                </a:lnTo>
                <a:lnTo>
                  <a:pt x="99504" y="154204"/>
                </a:lnTo>
                <a:lnTo>
                  <a:pt x="103975" y="156016"/>
                </a:lnTo>
                <a:lnTo>
                  <a:pt x="107525" y="159565"/>
                </a:lnTo>
                <a:lnTo>
                  <a:pt x="109229" y="163772"/>
                </a:lnTo>
                <a:lnTo>
                  <a:pt x="109336" y="164036"/>
                </a:lnTo>
                <a:lnTo>
                  <a:pt x="110536" y="170454"/>
                </a:lnTo>
                <a:lnTo>
                  <a:pt x="110622" y="171069"/>
                </a:lnTo>
                <a:lnTo>
                  <a:pt x="109280" y="177408"/>
                </a:lnTo>
                <a:lnTo>
                  <a:pt x="109223" y="177680"/>
                </a:lnTo>
                <a:lnTo>
                  <a:pt x="105406" y="183343"/>
                </a:lnTo>
                <a:lnTo>
                  <a:pt x="99504" y="187240"/>
                </a:lnTo>
                <a:lnTo>
                  <a:pt x="73298" y="204071"/>
                </a:lnTo>
                <a:lnTo>
                  <a:pt x="53489" y="229096"/>
                </a:lnTo>
                <a:lnTo>
                  <a:pt x="40958" y="260771"/>
                </a:lnTo>
                <a:lnTo>
                  <a:pt x="36585" y="297551"/>
                </a:lnTo>
                <a:lnTo>
                  <a:pt x="36585" y="317058"/>
                </a:lnTo>
                <a:lnTo>
                  <a:pt x="60971" y="317058"/>
                </a:lnTo>
                <a:lnTo>
                  <a:pt x="60971" y="297551"/>
                </a:lnTo>
                <a:lnTo>
                  <a:pt x="64305" y="267963"/>
                </a:lnTo>
                <a:lnTo>
                  <a:pt x="73857" y="242641"/>
                </a:lnTo>
                <a:lnTo>
                  <a:pt x="88956" y="222817"/>
                </a:lnTo>
                <a:lnTo>
                  <a:pt x="108928" y="209721"/>
                </a:lnTo>
                <a:lnTo>
                  <a:pt x="116282" y="205795"/>
                </a:lnTo>
                <a:lnTo>
                  <a:pt x="122663" y="200556"/>
                </a:lnTo>
                <a:lnTo>
                  <a:pt x="135018" y="170454"/>
                </a:lnTo>
                <a:lnTo>
                  <a:pt x="133737" y="164036"/>
                </a:lnTo>
                <a:lnTo>
                  <a:pt x="108928" y="131723"/>
                </a:lnTo>
                <a:lnTo>
                  <a:pt x="88956" y="118633"/>
                </a:lnTo>
                <a:lnTo>
                  <a:pt x="73857" y="98811"/>
                </a:lnTo>
                <a:lnTo>
                  <a:pt x="64305" y="73487"/>
                </a:lnTo>
                <a:lnTo>
                  <a:pt x="60971" y="43893"/>
                </a:lnTo>
                <a:lnTo>
                  <a:pt x="60971" y="24386"/>
                </a:lnTo>
                <a:close/>
              </a:path>
              <a:path w="292734" h="341629">
                <a:moveTo>
                  <a:pt x="256086" y="24386"/>
                </a:moveTo>
                <a:lnTo>
                  <a:pt x="231699" y="24386"/>
                </a:lnTo>
                <a:lnTo>
                  <a:pt x="231699" y="43893"/>
                </a:lnTo>
                <a:lnTo>
                  <a:pt x="228401" y="73170"/>
                </a:lnTo>
                <a:lnTo>
                  <a:pt x="203715" y="118633"/>
                </a:lnTo>
                <a:lnTo>
                  <a:pt x="176389" y="135649"/>
                </a:lnTo>
                <a:lnTo>
                  <a:pt x="170007" y="140888"/>
                </a:lnTo>
                <a:lnTo>
                  <a:pt x="164768" y="147270"/>
                </a:lnTo>
                <a:lnTo>
                  <a:pt x="160843" y="154623"/>
                </a:lnTo>
                <a:lnTo>
                  <a:pt x="157761" y="170454"/>
                </a:lnTo>
                <a:lnTo>
                  <a:pt x="157642" y="171069"/>
                </a:lnTo>
                <a:lnTo>
                  <a:pt x="160882" y="186915"/>
                </a:lnTo>
                <a:lnTo>
                  <a:pt x="169828" y="200390"/>
                </a:lnTo>
                <a:lnTo>
                  <a:pt x="183743" y="209721"/>
                </a:lnTo>
                <a:lnTo>
                  <a:pt x="203715" y="222817"/>
                </a:lnTo>
                <a:lnTo>
                  <a:pt x="218814" y="242641"/>
                </a:lnTo>
                <a:lnTo>
                  <a:pt x="228366" y="267963"/>
                </a:lnTo>
                <a:lnTo>
                  <a:pt x="231699" y="297551"/>
                </a:lnTo>
                <a:lnTo>
                  <a:pt x="231699" y="317058"/>
                </a:lnTo>
                <a:lnTo>
                  <a:pt x="256086" y="317058"/>
                </a:lnTo>
                <a:lnTo>
                  <a:pt x="256086" y="297551"/>
                </a:lnTo>
                <a:lnTo>
                  <a:pt x="251713" y="260771"/>
                </a:lnTo>
                <a:lnTo>
                  <a:pt x="239183" y="229096"/>
                </a:lnTo>
                <a:lnTo>
                  <a:pt x="219377" y="204071"/>
                </a:lnTo>
                <a:lnTo>
                  <a:pt x="193177" y="187240"/>
                </a:lnTo>
                <a:lnTo>
                  <a:pt x="188695" y="185428"/>
                </a:lnTo>
                <a:lnTo>
                  <a:pt x="185146" y="181879"/>
                </a:lnTo>
                <a:lnTo>
                  <a:pt x="183454" y="177680"/>
                </a:lnTo>
                <a:lnTo>
                  <a:pt x="183345" y="177408"/>
                </a:lnTo>
                <a:lnTo>
                  <a:pt x="182153" y="171069"/>
                </a:lnTo>
                <a:lnTo>
                  <a:pt x="219377" y="137373"/>
                </a:lnTo>
                <a:lnTo>
                  <a:pt x="239183" y="112348"/>
                </a:lnTo>
                <a:lnTo>
                  <a:pt x="251713" y="80674"/>
                </a:lnTo>
                <a:lnTo>
                  <a:pt x="256086" y="43893"/>
                </a:lnTo>
                <a:lnTo>
                  <a:pt x="256086" y="24386"/>
                </a:lnTo>
                <a:close/>
              </a:path>
              <a:path w="292734" h="341629">
                <a:moveTo>
                  <a:pt x="146341" y="219501"/>
                </a:moveTo>
                <a:lnTo>
                  <a:pt x="117857" y="225251"/>
                </a:lnTo>
                <a:lnTo>
                  <a:pt x="94599" y="240933"/>
                </a:lnTo>
                <a:lnTo>
                  <a:pt x="78919" y="264192"/>
                </a:lnTo>
                <a:lnTo>
                  <a:pt x="73170" y="292671"/>
                </a:lnTo>
                <a:lnTo>
                  <a:pt x="73170" y="299404"/>
                </a:lnTo>
                <a:lnTo>
                  <a:pt x="78625" y="304859"/>
                </a:lnTo>
                <a:lnTo>
                  <a:pt x="214045" y="304859"/>
                </a:lnTo>
                <a:lnTo>
                  <a:pt x="219501" y="299404"/>
                </a:lnTo>
                <a:lnTo>
                  <a:pt x="219501" y="292671"/>
                </a:lnTo>
                <a:lnTo>
                  <a:pt x="213752" y="264192"/>
                </a:lnTo>
                <a:lnTo>
                  <a:pt x="198073" y="240933"/>
                </a:lnTo>
                <a:lnTo>
                  <a:pt x="174819" y="225251"/>
                </a:lnTo>
                <a:lnTo>
                  <a:pt x="146341" y="219501"/>
                </a:lnTo>
                <a:close/>
              </a:path>
              <a:path w="292734" h="341629">
                <a:moveTo>
                  <a:pt x="190077" y="73170"/>
                </a:moveTo>
                <a:lnTo>
                  <a:pt x="102593" y="73170"/>
                </a:lnTo>
                <a:lnTo>
                  <a:pt x="97557" y="78196"/>
                </a:lnTo>
                <a:lnTo>
                  <a:pt x="97557" y="84405"/>
                </a:lnTo>
                <a:lnTo>
                  <a:pt x="100465" y="98811"/>
                </a:lnTo>
                <a:lnTo>
                  <a:pt x="100507" y="99017"/>
                </a:lnTo>
                <a:lnTo>
                  <a:pt x="108551" y="110949"/>
                </a:lnTo>
                <a:lnTo>
                  <a:pt x="120483" y="118994"/>
                </a:lnTo>
                <a:lnTo>
                  <a:pt x="135095" y="121943"/>
                </a:lnTo>
                <a:lnTo>
                  <a:pt x="157576" y="121943"/>
                </a:lnTo>
                <a:lnTo>
                  <a:pt x="172188" y="118994"/>
                </a:lnTo>
                <a:lnTo>
                  <a:pt x="184120" y="110949"/>
                </a:lnTo>
                <a:lnTo>
                  <a:pt x="192164" y="99017"/>
                </a:lnTo>
                <a:lnTo>
                  <a:pt x="195114" y="84405"/>
                </a:lnTo>
                <a:lnTo>
                  <a:pt x="195114" y="78196"/>
                </a:lnTo>
                <a:lnTo>
                  <a:pt x="190077" y="73170"/>
                </a:lnTo>
                <a:close/>
              </a:path>
              <a:path w="292734" h="341629">
                <a:moveTo>
                  <a:pt x="287216" y="0"/>
                </a:moveTo>
                <a:lnTo>
                  <a:pt x="5465" y="0"/>
                </a:lnTo>
                <a:lnTo>
                  <a:pt x="0" y="5455"/>
                </a:lnTo>
                <a:lnTo>
                  <a:pt x="0" y="18931"/>
                </a:lnTo>
                <a:lnTo>
                  <a:pt x="5465" y="24386"/>
                </a:lnTo>
                <a:lnTo>
                  <a:pt x="287216" y="24386"/>
                </a:lnTo>
                <a:lnTo>
                  <a:pt x="292671" y="18931"/>
                </a:lnTo>
                <a:lnTo>
                  <a:pt x="292671" y="5455"/>
                </a:lnTo>
                <a:lnTo>
                  <a:pt x="287216" y="0"/>
                </a:lnTo>
                <a:close/>
              </a:path>
            </a:pathLst>
          </a:custGeom>
          <a:solidFill>
            <a:srgbClr val="FCC6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22608" y="10362812"/>
            <a:ext cx="3441700" cy="5619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25"/>
              </a:spcBef>
            </a:pP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Infografia:</a:t>
            </a:r>
            <a:r>
              <a:rPr sz="17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PwC,</a:t>
            </a:r>
            <a:r>
              <a:rPr sz="17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Deloitte,</a:t>
            </a:r>
            <a:r>
              <a:rPr sz="17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Times New Roman"/>
                <a:cs typeface="Times New Roman"/>
              </a:rPr>
              <a:t>EY,</a:t>
            </a:r>
            <a:r>
              <a:rPr sz="17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Times New Roman"/>
                <a:cs typeface="Times New Roman"/>
              </a:rPr>
              <a:t>KPMG,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(PwC</a:t>
            </a:r>
            <a:r>
              <a:rPr sz="17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7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Duke</a:t>
            </a:r>
            <a:r>
              <a:rPr sz="17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imes New Roman"/>
                <a:cs typeface="Times New Roman"/>
              </a:rPr>
              <a:t>University)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B04891-349D-B296-A1D6-5843CC2968AB}"/>
              </a:ext>
            </a:extLst>
          </p:cNvPr>
          <p:cNvSpPr txBox="1"/>
          <p:nvPr/>
        </p:nvSpPr>
        <p:spPr>
          <a:xfrm>
            <a:off x="9198544" y="10721292"/>
            <a:ext cx="2016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solidFill>
                  <a:srgbClr val="2D1A46"/>
                </a:solidFill>
                <a:latin typeface="Mongolian Baiti"/>
                <a:cs typeface="Mongolian Baiti"/>
              </a:rPr>
              <a:t>BeFin™</a:t>
            </a:r>
            <a:endParaRPr lang="en-ES" sz="2400" dirty="0"/>
          </a:p>
        </p:txBody>
      </p:sp>
      <p:grpSp>
        <p:nvGrpSpPr>
          <p:cNvPr id="38" name="object 6">
            <a:extLst>
              <a:ext uri="{FF2B5EF4-FFF2-40B4-BE49-F238E27FC236}">
                <a16:creationId xmlns:a16="http://schemas.microsoft.com/office/drawing/2014/main" id="{64D853BA-1E4A-2788-80EF-C2B99AD82D5A}"/>
              </a:ext>
            </a:extLst>
          </p:cNvPr>
          <p:cNvGrpSpPr/>
          <p:nvPr/>
        </p:nvGrpSpPr>
        <p:grpSpPr>
          <a:xfrm>
            <a:off x="9956100" y="10023424"/>
            <a:ext cx="501015" cy="697868"/>
            <a:chOff x="9694612" y="766700"/>
            <a:chExt cx="716915" cy="986790"/>
          </a:xfrm>
        </p:grpSpPr>
        <p:pic>
          <p:nvPicPr>
            <p:cNvPr id="39" name="object 7">
              <a:extLst>
                <a:ext uri="{FF2B5EF4-FFF2-40B4-BE49-F238E27FC236}">
                  <a16:creationId xmlns:a16="http://schemas.microsoft.com/office/drawing/2014/main" id="{BA6CEC77-42BD-9E88-A90D-30C439246B5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31758" y="945506"/>
              <a:ext cx="240579" cy="79665"/>
            </a:xfrm>
            <a:prstGeom prst="rect">
              <a:avLst/>
            </a:prstGeom>
          </p:spPr>
        </p:pic>
        <p:sp>
          <p:nvSpPr>
            <p:cNvPr id="40" name="object 8">
              <a:extLst>
                <a:ext uri="{FF2B5EF4-FFF2-40B4-BE49-F238E27FC236}">
                  <a16:creationId xmlns:a16="http://schemas.microsoft.com/office/drawing/2014/main" id="{77ADCB18-BE99-93A1-56DB-A6AB4CD53462}"/>
                </a:ext>
              </a:extLst>
            </p:cNvPr>
            <p:cNvSpPr/>
            <p:nvPr/>
          </p:nvSpPr>
          <p:spPr>
            <a:xfrm>
              <a:off x="9694609" y="766704"/>
              <a:ext cx="716915" cy="986790"/>
            </a:xfrm>
            <a:custGeom>
              <a:avLst/>
              <a:gdLst/>
              <a:ahLst/>
              <a:cxnLst/>
              <a:rect l="l" t="t" r="r" b="b"/>
              <a:pathLst>
                <a:path w="716915" h="986789">
                  <a:moveTo>
                    <a:pt x="211074" y="43116"/>
                  </a:moveTo>
                  <a:lnTo>
                    <a:pt x="209130" y="33489"/>
                  </a:lnTo>
                  <a:lnTo>
                    <a:pt x="203822" y="25628"/>
                  </a:lnTo>
                  <a:lnTo>
                    <a:pt x="195973" y="20332"/>
                  </a:lnTo>
                  <a:lnTo>
                    <a:pt x="186347" y="18389"/>
                  </a:lnTo>
                  <a:lnTo>
                    <a:pt x="176720" y="20332"/>
                  </a:lnTo>
                  <a:lnTo>
                    <a:pt x="168871" y="25628"/>
                  </a:lnTo>
                  <a:lnTo>
                    <a:pt x="163563" y="33489"/>
                  </a:lnTo>
                  <a:lnTo>
                    <a:pt x="161620" y="43116"/>
                  </a:lnTo>
                  <a:lnTo>
                    <a:pt x="163563" y="52730"/>
                  </a:lnTo>
                  <a:lnTo>
                    <a:pt x="168871" y="60591"/>
                  </a:lnTo>
                  <a:lnTo>
                    <a:pt x="176720" y="65887"/>
                  </a:lnTo>
                  <a:lnTo>
                    <a:pt x="186347" y="67830"/>
                  </a:lnTo>
                  <a:lnTo>
                    <a:pt x="195973" y="65887"/>
                  </a:lnTo>
                  <a:lnTo>
                    <a:pt x="203822" y="60591"/>
                  </a:lnTo>
                  <a:lnTo>
                    <a:pt x="209130" y="52730"/>
                  </a:lnTo>
                  <a:lnTo>
                    <a:pt x="211074" y="43116"/>
                  </a:lnTo>
                  <a:close/>
                </a:path>
                <a:path w="716915" h="986789">
                  <a:moveTo>
                    <a:pt x="383235" y="24726"/>
                  </a:moveTo>
                  <a:lnTo>
                    <a:pt x="381292" y="15100"/>
                  </a:lnTo>
                  <a:lnTo>
                    <a:pt x="375996" y="7239"/>
                  </a:lnTo>
                  <a:lnTo>
                    <a:pt x="368134" y="1943"/>
                  </a:lnTo>
                  <a:lnTo>
                    <a:pt x="358508" y="0"/>
                  </a:lnTo>
                  <a:lnTo>
                    <a:pt x="348894" y="1943"/>
                  </a:lnTo>
                  <a:lnTo>
                    <a:pt x="341033" y="7239"/>
                  </a:lnTo>
                  <a:lnTo>
                    <a:pt x="335737" y="15100"/>
                  </a:lnTo>
                  <a:lnTo>
                    <a:pt x="333794" y="24726"/>
                  </a:lnTo>
                  <a:lnTo>
                    <a:pt x="335737" y="34340"/>
                  </a:lnTo>
                  <a:lnTo>
                    <a:pt x="341033" y="42202"/>
                  </a:lnTo>
                  <a:lnTo>
                    <a:pt x="348894" y="47498"/>
                  </a:lnTo>
                  <a:lnTo>
                    <a:pt x="358508" y="49441"/>
                  </a:lnTo>
                  <a:lnTo>
                    <a:pt x="368134" y="47498"/>
                  </a:lnTo>
                  <a:lnTo>
                    <a:pt x="375996" y="42202"/>
                  </a:lnTo>
                  <a:lnTo>
                    <a:pt x="381292" y="34340"/>
                  </a:lnTo>
                  <a:lnTo>
                    <a:pt x="383235" y="24726"/>
                  </a:lnTo>
                  <a:close/>
                </a:path>
                <a:path w="716915" h="986789">
                  <a:moveTo>
                    <a:pt x="521119" y="87757"/>
                  </a:moveTo>
                  <a:lnTo>
                    <a:pt x="512000" y="85051"/>
                  </a:lnTo>
                  <a:lnTo>
                    <a:pt x="506552" y="82245"/>
                  </a:lnTo>
                  <a:lnTo>
                    <a:pt x="502589" y="77647"/>
                  </a:lnTo>
                  <a:lnTo>
                    <a:pt x="497941" y="69532"/>
                  </a:lnTo>
                  <a:lnTo>
                    <a:pt x="467982" y="94754"/>
                  </a:lnTo>
                  <a:lnTo>
                    <a:pt x="445846" y="102298"/>
                  </a:lnTo>
                  <a:lnTo>
                    <a:pt x="420598" y="91389"/>
                  </a:lnTo>
                  <a:lnTo>
                    <a:pt x="381304" y="61252"/>
                  </a:lnTo>
                  <a:lnTo>
                    <a:pt x="369951" y="72059"/>
                  </a:lnTo>
                  <a:lnTo>
                    <a:pt x="361226" y="75666"/>
                  </a:lnTo>
                  <a:lnTo>
                    <a:pt x="350697" y="72059"/>
                  </a:lnTo>
                  <a:lnTo>
                    <a:pt x="333933" y="61252"/>
                  </a:lnTo>
                  <a:lnTo>
                    <a:pt x="305663" y="90652"/>
                  </a:lnTo>
                  <a:lnTo>
                    <a:pt x="284226" y="101346"/>
                  </a:lnTo>
                  <a:lnTo>
                    <a:pt x="258826" y="94145"/>
                  </a:lnTo>
                  <a:lnTo>
                    <a:pt x="218630" y="69862"/>
                  </a:lnTo>
                  <a:lnTo>
                    <a:pt x="214718" y="77012"/>
                  </a:lnTo>
                  <a:lnTo>
                    <a:pt x="210972" y="81127"/>
                  </a:lnTo>
                  <a:lnTo>
                    <a:pt x="205168" y="83756"/>
                  </a:lnTo>
                  <a:lnTo>
                    <a:pt x="195097" y="86436"/>
                  </a:lnTo>
                  <a:lnTo>
                    <a:pt x="237185" y="185166"/>
                  </a:lnTo>
                  <a:lnTo>
                    <a:pt x="317538" y="170065"/>
                  </a:lnTo>
                  <a:lnTo>
                    <a:pt x="369379" y="165036"/>
                  </a:lnTo>
                  <a:lnTo>
                    <a:pt x="415264" y="170065"/>
                  </a:lnTo>
                  <a:lnTo>
                    <a:pt x="477723" y="185166"/>
                  </a:lnTo>
                  <a:lnTo>
                    <a:pt x="521119" y="87757"/>
                  </a:lnTo>
                  <a:close/>
                </a:path>
                <a:path w="716915" h="986789">
                  <a:moveTo>
                    <a:pt x="554697" y="43116"/>
                  </a:moveTo>
                  <a:lnTo>
                    <a:pt x="552754" y="33489"/>
                  </a:lnTo>
                  <a:lnTo>
                    <a:pt x="547458" y="25628"/>
                  </a:lnTo>
                  <a:lnTo>
                    <a:pt x="539597" y="20332"/>
                  </a:lnTo>
                  <a:lnTo>
                    <a:pt x="529971" y="18389"/>
                  </a:lnTo>
                  <a:lnTo>
                    <a:pt x="520344" y="20332"/>
                  </a:lnTo>
                  <a:lnTo>
                    <a:pt x="512495" y="25628"/>
                  </a:lnTo>
                  <a:lnTo>
                    <a:pt x="507187" y="33489"/>
                  </a:lnTo>
                  <a:lnTo>
                    <a:pt x="505256" y="43116"/>
                  </a:lnTo>
                  <a:lnTo>
                    <a:pt x="507187" y="52730"/>
                  </a:lnTo>
                  <a:lnTo>
                    <a:pt x="512495" y="60591"/>
                  </a:lnTo>
                  <a:lnTo>
                    <a:pt x="520344" y="65887"/>
                  </a:lnTo>
                  <a:lnTo>
                    <a:pt x="529971" y="67830"/>
                  </a:lnTo>
                  <a:lnTo>
                    <a:pt x="539597" y="65887"/>
                  </a:lnTo>
                  <a:lnTo>
                    <a:pt x="547458" y="60591"/>
                  </a:lnTo>
                  <a:lnTo>
                    <a:pt x="552754" y="52730"/>
                  </a:lnTo>
                  <a:lnTo>
                    <a:pt x="554697" y="43116"/>
                  </a:lnTo>
                  <a:close/>
                </a:path>
                <a:path w="716915" h="986789">
                  <a:moveTo>
                    <a:pt x="716851" y="344119"/>
                  </a:moveTo>
                  <a:lnTo>
                    <a:pt x="716229" y="340309"/>
                  </a:lnTo>
                  <a:lnTo>
                    <a:pt x="713447" y="336499"/>
                  </a:lnTo>
                  <a:lnTo>
                    <a:pt x="700100" y="313639"/>
                  </a:lnTo>
                  <a:lnTo>
                    <a:pt x="692683" y="300939"/>
                  </a:lnTo>
                  <a:lnTo>
                    <a:pt x="671195" y="264109"/>
                  </a:lnTo>
                  <a:lnTo>
                    <a:pt x="666826" y="261569"/>
                  </a:lnTo>
                  <a:lnTo>
                    <a:pt x="662927" y="262839"/>
                  </a:lnTo>
                  <a:lnTo>
                    <a:pt x="620636" y="262839"/>
                  </a:lnTo>
                  <a:lnTo>
                    <a:pt x="620636" y="360629"/>
                  </a:lnTo>
                  <a:lnTo>
                    <a:pt x="619391" y="370789"/>
                  </a:lnTo>
                  <a:lnTo>
                    <a:pt x="616902" y="378409"/>
                  </a:lnTo>
                  <a:lnTo>
                    <a:pt x="613968" y="384759"/>
                  </a:lnTo>
                  <a:lnTo>
                    <a:pt x="611416" y="388569"/>
                  </a:lnTo>
                  <a:lnTo>
                    <a:pt x="610616" y="388569"/>
                  </a:lnTo>
                  <a:lnTo>
                    <a:pt x="609231" y="389839"/>
                  </a:lnTo>
                  <a:lnTo>
                    <a:pt x="597471" y="384759"/>
                  </a:lnTo>
                  <a:lnTo>
                    <a:pt x="596455" y="378409"/>
                  </a:lnTo>
                  <a:lnTo>
                    <a:pt x="593115" y="361899"/>
                  </a:lnTo>
                  <a:lnTo>
                    <a:pt x="591527" y="350469"/>
                  </a:lnTo>
                  <a:lnTo>
                    <a:pt x="591286" y="344119"/>
                  </a:lnTo>
                  <a:lnTo>
                    <a:pt x="591337" y="339039"/>
                  </a:lnTo>
                  <a:lnTo>
                    <a:pt x="591489" y="336499"/>
                  </a:lnTo>
                  <a:lnTo>
                    <a:pt x="591566" y="335229"/>
                  </a:lnTo>
                  <a:lnTo>
                    <a:pt x="591845" y="332689"/>
                  </a:lnTo>
                  <a:lnTo>
                    <a:pt x="592759" y="331419"/>
                  </a:lnTo>
                  <a:lnTo>
                    <a:pt x="606780" y="313639"/>
                  </a:lnTo>
                  <a:lnTo>
                    <a:pt x="608139" y="313639"/>
                  </a:lnTo>
                  <a:lnTo>
                    <a:pt x="611492" y="317449"/>
                  </a:lnTo>
                  <a:lnTo>
                    <a:pt x="615911" y="325069"/>
                  </a:lnTo>
                  <a:lnTo>
                    <a:pt x="619569" y="339039"/>
                  </a:lnTo>
                  <a:lnTo>
                    <a:pt x="620636" y="360629"/>
                  </a:lnTo>
                  <a:lnTo>
                    <a:pt x="620636" y="262839"/>
                  </a:lnTo>
                  <a:lnTo>
                    <a:pt x="579031" y="262839"/>
                  </a:lnTo>
                  <a:lnTo>
                    <a:pt x="577011" y="264109"/>
                  </a:lnTo>
                  <a:lnTo>
                    <a:pt x="575995" y="265379"/>
                  </a:lnTo>
                  <a:lnTo>
                    <a:pt x="575081" y="265379"/>
                  </a:lnTo>
                  <a:lnTo>
                    <a:pt x="574332" y="266649"/>
                  </a:lnTo>
                  <a:lnTo>
                    <a:pt x="540131" y="295859"/>
                  </a:lnTo>
                  <a:lnTo>
                    <a:pt x="532777" y="299669"/>
                  </a:lnTo>
                  <a:lnTo>
                    <a:pt x="525805" y="300456"/>
                  </a:lnTo>
                  <a:lnTo>
                    <a:pt x="525805" y="631139"/>
                  </a:lnTo>
                  <a:lnTo>
                    <a:pt x="515200" y="645109"/>
                  </a:lnTo>
                  <a:lnTo>
                    <a:pt x="491197" y="669239"/>
                  </a:lnTo>
                  <a:lnTo>
                    <a:pt x="469823" y="669239"/>
                  </a:lnTo>
                  <a:lnTo>
                    <a:pt x="476097" y="641299"/>
                  </a:lnTo>
                  <a:lnTo>
                    <a:pt x="483006" y="626059"/>
                  </a:lnTo>
                  <a:lnTo>
                    <a:pt x="494906" y="619709"/>
                  </a:lnTo>
                  <a:lnTo>
                    <a:pt x="516128" y="617169"/>
                  </a:lnTo>
                  <a:lnTo>
                    <a:pt x="525335" y="623519"/>
                  </a:lnTo>
                  <a:lnTo>
                    <a:pt x="525805" y="631139"/>
                  </a:lnTo>
                  <a:lnTo>
                    <a:pt x="525805" y="300456"/>
                  </a:lnTo>
                  <a:lnTo>
                    <a:pt x="521360" y="300939"/>
                  </a:lnTo>
                  <a:lnTo>
                    <a:pt x="505625" y="299669"/>
                  </a:lnTo>
                  <a:lnTo>
                    <a:pt x="485406" y="294589"/>
                  </a:lnTo>
                  <a:lnTo>
                    <a:pt x="482511" y="293319"/>
                  </a:lnTo>
                  <a:lnTo>
                    <a:pt x="479526" y="293319"/>
                  </a:lnTo>
                  <a:lnTo>
                    <a:pt x="476427" y="292049"/>
                  </a:lnTo>
                  <a:lnTo>
                    <a:pt x="476237" y="292049"/>
                  </a:lnTo>
                  <a:lnTo>
                    <a:pt x="450469" y="284429"/>
                  </a:lnTo>
                  <a:lnTo>
                    <a:pt x="421627" y="279349"/>
                  </a:lnTo>
                  <a:lnTo>
                    <a:pt x="390169" y="275539"/>
                  </a:lnTo>
                  <a:lnTo>
                    <a:pt x="356654" y="274269"/>
                  </a:lnTo>
                  <a:lnTo>
                    <a:pt x="323151" y="275539"/>
                  </a:lnTo>
                  <a:lnTo>
                    <a:pt x="262851" y="284429"/>
                  </a:lnTo>
                  <a:lnTo>
                    <a:pt x="227190" y="295859"/>
                  </a:lnTo>
                  <a:lnTo>
                    <a:pt x="208140" y="299669"/>
                  </a:lnTo>
                  <a:lnTo>
                    <a:pt x="193814" y="300939"/>
                  </a:lnTo>
                  <a:lnTo>
                    <a:pt x="183603" y="299669"/>
                  </a:lnTo>
                  <a:lnTo>
                    <a:pt x="176872" y="295859"/>
                  </a:lnTo>
                  <a:lnTo>
                    <a:pt x="142506" y="266649"/>
                  </a:lnTo>
                  <a:lnTo>
                    <a:pt x="141757" y="265379"/>
                  </a:lnTo>
                  <a:lnTo>
                    <a:pt x="140855" y="265379"/>
                  </a:lnTo>
                  <a:lnTo>
                    <a:pt x="139827" y="264109"/>
                  </a:lnTo>
                  <a:lnTo>
                    <a:pt x="137820" y="262839"/>
                  </a:lnTo>
                  <a:lnTo>
                    <a:pt x="123380" y="262839"/>
                  </a:lnTo>
                  <a:lnTo>
                    <a:pt x="123380" y="344119"/>
                  </a:lnTo>
                  <a:lnTo>
                    <a:pt x="123240" y="347929"/>
                  </a:lnTo>
                  <a:lnTo>
                    <a:pt x="123139" y="350469"/>
                  </a:lnTo>
                  <a:lnTo>
                    <a:pt x="121564" y="361899"/>
                  </a:lnTo>
                  <a:lnTo>
                    <a:pt x="118224" y="378409"/>
                  </a:lnTo>
                  <a:lnTo>
                    <a:pt x="117182" y="384759"/>
                  </a:lnTo>
                  <a:lnTo>
                    <a:pt x="105435" y="389839"/>
                  </a:lnTo>
                  <a:lnTo>
                    <a:pt x="104051" y="388569"/>
                  </a:lnTo>
                  <a:lnTo>
                    <a:pt x="103263" y="388569"/>
                  </a:lnTo>
                  <a:lnTo>
                    <a:pt x="100698" y="384759"/>
                  </a:lnTo>
                  <a:lnTo>
                    <a:pt x="97777" y="378409"/>
                  </a:lnTo>
                  <a:lnTo>
                    <a:pt x="95288" y="370789"/>
                  </a:lnTo>
                  <a:lnTo>
                    <a:pt x="94030" y="360629"/>
                  </a:lnTo>
                  <a:lnTo>
                    <a:pt x="94843" y="344119"/>
                  </a:lnTo>
                  <a:lnTo>
                    <a:pt x="94970" y="341579"/>
                  </a:lnTo>
                  <a:lnTo>
                    <a:pt x="95097" y="339039"/>
                  </a:lnTo>
                  <a:lnTo>
                    <a:pt x="98755" y="325069"/>
                  </a:lnTo>
                  <a:lnTo>
                    <a:pt x="103174" y="317449"/>
                  </a:lnTo>
                  <a:lnTo>
                    <a:pt x="106540" y="313639"/>
                  </a:lnTo>
                  <a:lnTo>
                    <a:pt x="107873" y="313639"/>
                  </a:lnTo>
                  <a:lnTo>
                    <a:pt x="123380" y="344119"/>
                  </a:lnTo>
                  <a:lnTo>
                    <a:pt x="123380" y="262839"/>
                  </a:lnTo>
                  <a:lnTo>
                    <a:pt x="53911" y="262839"/>
                  </a:lnTo>
                  <a:lnTo>
                    <a:pt x="50012" y="261569"/>
                  </a:lnTo>
                  <a:lnTo>
                    <a:pt x="45656" y="264109"/>
                  </a:lnTo>
                  <a:lnTo>
                    <a:pt x="3403" y="336499"/>
                  </a:lnTo>
                  <a:lnTo>
                    <a:pt x="609" y="340309"/>
                  </a:lnTo>
                  <a:lnTo>
                    <a:pt x="0" y="344119"/>
                  </a:lnTo>
                  <a:lnTo>
                    <a:pt x="29133" y="391109"/>
                  </a:lnTo>
                  <a:lnTo>
                    <a:pt x="31686" y="396189"/>
                  </a:lnTo>
                  <a:lnTo>
                    <a:pt x="35991" y="406349"/>
                  </a:lnTo>
                  <a:lnTo>
                    <a:pt x="39052" y="420319"/>
                  </a:lnTo>
                  <a:lnTo>
                    <a:pt x="37858" y="434289"/>
                  </a:lnTo>
                  <a:lnTo>
                    <a:pt x="32194" y="445719"/>
                  </a:lnTo>
                  <a:lnTo>
                    <a:pt x="24803" y="453339"/>
                  </a:lnTo>
                  <a:lnTo>
                    <a:pt x="16687" y="463499"/>
                  </a:lnTo>
                  <a:lnTo>
                    <a:pt x="8864" y="478739"/>
                  </a:lnTo>
                  <a:lnTo>
                    <a:pt x="6502" y="485089"/>
                  </a:lnTo>
                  <a:lnTo>
                    <a:pt x="5207" y="492709"/>
                  </a:lnTo>
                  <a:lnTo>
                    <a:pt x="5207" y="716229"/>
                  </a:lnTo>
                  <a:lnTo>
                    <a:pt x="8928" y="736549"/>
                  </a:lnTo>
                  <a:lnTo>
                    <a:pt x="17132" y="753059"/>
                  </a:lnTo>
                  <a:lnTo>
                    <a:pt x="25336" y="764489"/>
                  </a:lnTo>
                  <a:lnTo>
                    <a:pt x="29070" y="769569"/>
                  </a:lnTo>
                  <a:lnTo>
                    <a:pt x="128892" y="909269"/>
                  </a:lnTo>
                  <a:lnTo>
                    <a:pt x="272338" y="968959"/>
                  </a:lnTo>
                  <a:lnTo>
                    <a:pt x="235826" y="933399"/>
                  </a:lnTo>
                  <a:lnTo>
                    <a:pt x="201383" y="901649"/>
                  </a:lnTo>
                  <a:lnTo>
                    <a:pt x="199148" y="892759"/>
                  </a:lnTo>
                  <a:lnTo>
                    <a:pt x="201828" y="886409"/>
                  </a:lnTo>
                  <a:lnTo>
                    <a:pt x="202234" y="885139"/>
                  </a:lnTo>
                  <a:lnTo>
                    <a:pt x="213525" y="852119"/>
                  </a:lnTo>
                  <a:lnTo>
                    <a:pt x="234315" y="784809"/>
                  </a:lnTo>
                  <a:lnTo>
                    <a:pt x="253987" y="714959"/>
                  </a:lnTo>
                  <a:lnTo>
                    <a:pt x="261874" y="669239"/>
                  </a:lnTo>
                  <a:lnTo>
                    <a:pt x="258127" y="651459"/>
                  </a:lnTo>
                  <a:lnTo>
                    <a:pt x="250126" y="634949"/>
                  </a:lnTo>
                  <a:lnTo>
                    <a:pt x="244475" y="628307"/>
                  </a:lnTo>
                  <a:lnTo>
                    <a:pt x="244475" y="669239"/>
                  </a:lnTo>
                  <a:lnTo>
                    <a:pt x="223100" y="669239"/>
                  </a:lnTo>
                  <a:lnTo>
                    <a:pt x="201485" y="643839"/>
                  </a:lnTo>
                  <a:lnTo>
                    <a:pt x="194894" y="627329"/>
                  </a:lnTo>
                  <a:lnTo>
                    <a:pt x="196164" y="619709"/>
                  </a:lnTo>
                  <a:lnTo>
                    <a:pt x="198170" y="617169"/>
                  </a:lnTo>
                  <a:lnTo>
                    <a:pt x="220776" y="626059"/>
                  </a:lnTo>
                  <a:lnTo>
                    <a:pt x="234988" y="643839"/>
                  </a:lnTo>
                  <a:lnTo>
                    <a:pt x="242366" y="661619"/>
                  </a:lnTo>
                  <a:lnTo>
                    <a:pt x="244475" y="669239"/>
                  </a:lnTo>
                  <a:lnTo>
                    <a:pt x="244475" y="628307"/>
                  </a:lnTo>
                  <a:lnTo>
                    <a:pt x="239331" y="622249"/>
                  </a:lnTo>
                  <a:lnTo>
                    <a:pt x="232371" y="617169"/>
                  </a:lnTo>
                  <a:lnTo>
                    <a:pt x="227164" y="613359"/>
                  </a:lnTo>
                  <a:lnTo>
                    <a:pt x="260604" y="618439"/>
                  </a:lnTo>
                  <a:lnTo>
                    <a:pt x="276377" y="627329"/>
                  </a:lnTo>
                  <a:lnTo>
                    <a:pt x="278612" y="647649"/>
                  </a:lnTo>
                  <a:lnTo>
                    <a:pt x="271475" y="685749"/>
                  </a:lnTo>
                  <a:lnTo>
                    <a:pt x="260438" y="735279"/>
                  </a:lnTo>
                  <a:lnTo>
                    <a:pt x="247510" y="788619"/>
                  </a:lnTo>
                  <a:lnTo>
                    <a:pt x="236194" y="839419"/>
                  </a:lnTo>
                  <a:lnTo>
                    <a:pt x="229997" y="877519"/>
                  </a:lnTo>
                  <a:lnTo>
                    <a:pt x="229412" y="885139"/>
                  </a:lnTo>
                  <a:lnTo>
                    <a:pt x="229311" y="886409"/>
                  </a:lnTo>
                  <a:lnTo>
                    <a:pt x="231470" y="894029"/>
                  </a:lnTo>
                  <a:lnTo>
                    <a:pt x="236042" y="901649"/>
                  </a:lnTo>
                  <a:lnTo>
                    <a:pt x="243128" y="911809"/>
                  </a:lnTo>
                  <a:lnTo>
                    <a:pt x="251853" y="924509"/>
                  </a:lnTo>
                  <a:lnTo>
                    <a:pt x="281241" y="958799"/>
                  </a:lnTo>
                  <a:lnTo>
                    <a:pt x="321335" y="984199"/>
                  </a:lnTo>
                  <a:lnTo>
                    <a:pt x="328599" y="986739"/>
                  </a:lnTo>
                  <a:lnTo>
                    <a:pt x="332295" y="986739"/>
                  </a:lnTo>
                  <a:lnTo>
                    <a:pt x="352132" y="937209"/>
                  </a:lnTo>
                  <a:lnTo>
                    <a:pt x="351993" y="933399"/>
                  </a:lnTo>
                  <a:lnTo>
                    <a:pt x="347878" y="925779"/>
                  </a:lnTo>
                  <a:lnTo>
                    <a:pt x="343484" y="923239"/>
                  </a:lnTo>
                  <a:lnTo>
                    <a:pt x="330288" y="923239"/>
                  </a:lnTo>
                  <a:lnTo>
                    <a:pt x="322567" y="919429"/>
                  </a:lnTo>
                  <a:lnTo>
                    <a:pt x="313575" y="909269"/>
                  </a:lnTo>
                  <a:lnTo>
                    <a:pt x="311785" y="904189"/>
                  </a:lnTo>
                  <a:lnTo>
                    <a:pt x="311785" y="896569"/>
                  </a:lnTo>
                  <a:lnTo>
                    <a:pt x="315455" y="880059"/>
                  </a:lnTo>
                  <a:lnTo>
                    <a:pt x="325462" y="864819"/>
                  </a:lnTo>
                  <a:lnTo>
                    <a:pt x="340321" y="855929"/>
                  </a:lnTo>
                  <a:lnTo>
                    <a:pt x="358508" y="852119"/>
                  </a:lnTo>
                  <a:lnTo>
                    <a:pt x="376707" y="855929"/>
                  </a:lnTo>
                  <a:lnTo>
                    <a:pt x="391566" y="864819"/>
                  </a:lnTo>
                  <a:lnTo>
                    <a:pt x="401574" y="880059"/>
                  </a:lnTo>
                  <a:lnTo>
                    <a:pt x="405257" y="896569"/>
                  </a:lnTo>
                  <a:lnTo>
                    <a:pt x="405257" y="902919"/>
                  </a:lnTo>
                  <a:lnTo>
                    <a:pt x="402945" y="909269"/>
                  </a:lnTo>
                  <a:lnTo>
                    <a:pt x="394004" y="919429"/>
                  </a:lnTo>
                  <a:lnTo>
                    <a:pt x="387070" y="923239"/>
                  </a:lnTo>
                  <a:lnTo>
                    <a:pt x="374421" y="923239"/>
                  </a:lnTo>
                  <a:lnTo>
                    <a:pt x="369798" y="925779"/>
                  </a:lnTo>
                  <a:lnTo>
                    <a:pt x="366141" y="933399"/>
                  </a:lnTo>
                  <a:lnTo>
                    <a:pt x="366115" y="937209"/>
                  </a:lnTo>
                  <a:lnTo>
                    <a:pt x="385000" y="986739"/>
                  </a:lnTo>
                  <a:lnTo>
                    <a:pt x="432130" y="960069"/>
                  </a:lnTo>
                  <a:lnTo>
                    <a:pt x="462953" y="924509"/>
                  </a:lnTo>
                  <a:lnTo>
                    <a:pt x="471678" y="911809"/>
                  </a:lnTo>
                  <a:lnTo>
                    <a:pt x="478764" y="901649"/>
                  </a:lnTo>
                  <a:lnTo>
                    <a:pt x="483336" y="894029"/>
                  </a:lnTo>
                  <a:lnTo>
                    <a:pt x="485495" y="886409"/>
                  </a:lnTo>
                  <a:lnTo>
                    <a:pt x="484797" y="877519"/>
                  </a:lnTo>
                  <a:lnTo>
                    <a:pt x="480669" y="852119"/>
                  </a:lnTo>
                  <a:lnTo>
                    <a:pt x="478612" y="839419"/>
                  </a:lnTo>
                  <a:lnTo>
                    <a:pt x="467283" y="788619"/>
                  </a:lnTo>
                  <a:lnTo>
                    <a:pt x="454355" y="735279"/>
                  </a:lnTo>
                  <a:lnTo>
                    <a:pt x="443318" y="685749"/>
                  </a:lnTo>
                  <a:lnTo>
                    <a:pt x="444246" y="651459"/>
                  </a:lnTo>
                  <a:lnTo>
                    <a:pt x="444347" y="647649"/>
                  </a:lnTo>
                  <a:lnTo>
                    <a:pt x="444373" y="646379"/>
                  </a:lnTo>
                  <a:lnTo>
                    <a:pt x="460260" y="624789"/>
                  </a:lnTo>
                  <a:lnTo>
                    <a:pt x="478751" y="615899"/>
                  </a:lnTo>
                  <a:lnTo>
                    <a:pt x="487641" y="613359"/>
                  </a:lnTo>
                  <a:lnTo>
                    <a:pt x="475475" y="622249"/>
                  </a:lnTo>
                  <a:lnTo>
                    <a:pt x="464680" y="634949"/>
                  </a:lnTo>
                  <a:lnTo>
                    <a:pt x="456679" y="651459"/>
                  </a:lnTo>
                  <a:lnTo>
                    <a:pt x="452932" y="669239"/>
                  </a:lnTo>
                  <a:lnTo>
                    <a:pt x="460819" y="714959"/>
                  </a:lnTo>
                  <a:lnTo>
                    <a:pt x="480479" y="784809"/>
                  </a:lnTo>
                  <a:lnTo>
                    <a:pt x="501281" y="852119"/>
                  </a:lnTo>
                  <a:lnTo>
                    <a:pt x="512572" y="885139"/>
                  </a:lnTo>
                  <a:lnTo>
                    <a:pt x="512711" y="885139"/>
                  </a:lnTo>
                  <a:lnTo>
                    <a:pt x="515670" y="892759"/>
                  </a:lnTo>
                  <a:lnTo>
                    <a:pt x="513422" y="901649"/>
                  </a:lnTo>
                  <a:lnTo>
                    <a:pt x="507657" y="906729"/>
                  </a:lnTo>
                  <a:lnTo>
                    <a:pt x="483908" y="929589"/>
                  </a:lnTo>
                  <a:lnTo>
                    <a:pt x="444055" y="968959"/>
                  </a:lnTo>
                  <a:lnTo>
                    <a:pt x="563295" y="927049"/>
                  </a:lnTo>
                  <a:lnTo>
                    <a:pt x="687311" y="769569"/>
                  </a:lnTo>
                  <a:lnTo>
                    <a:pt x="700239" y="754329"/>
                  </a:lnTo>
                  <a:lnTo>
                    <a:pt x="706882" y="744169"/>
                  </a:lnTo>
                  <a:lnTo>
                    <a:pt x="709320" y="732739"/>
                  </a:lnTo>
                  <a:lnTo>
                    <a:pt x="709676" y="716229"/>
                  </a:lnTo>
                  <a:lnTo>
                    <a:pt x="709676" y="669239"/>
                  </a:lnTo>
                  <a:lnTo>
                    <a:pt x="709676" y="617169"/>
                  </a:lnTo>
                  <a:lnTo>
                    <a:pt x="709676" y="613359"/>
                  </a:lnTo>
                  <a:lnTo>
                    <a:pt x="709676" y="492709"/>
                  </a:lnTo>
                  <a:lnTo>
                    <a:pt x="708367" y="485089"/>
                  </a:lnTo>
                  <a:lnTo>
                    <a:pt x="706005" y="478739"/>
                  </a:lnTo>
                  <a:lnTo>
                    <a:pt x="698284" y="463499"/>
                  </a:lnTo>
                  <a:lnTo>
                    <a:pt x="690181" y="453339"/>
                  </a:lnTo>
                  <a:lnTo>
                    <a:pt x="682777" y="445719"/>
                  </a:lnTo>
                  <a:lnTo>
                    <a:pt x="677113" y="434289"/>
                  </a:lnTo>
                  <a:lnTo>
                    <a:pt x="675436" y="424129"/>
                  </a:lnTo>
                  <a:lnTo>
                    <a:pt x="676173" y="415239"/>
                  </a:lnTo>
                  <a:lnTo>
                    <a:pt x="678294" y="408889"/>
                  </a:lnTo>
                  <a:lnTo>
                    <a:pt x="680758" y="402539"/>
                  </a:lnTo>
                  <a:lnTo>
                    <a:pt x="688644" y="389839"/>
                  </a:lnTo>
                  <a:lnTo>
                    <a:pt x="714667" y="347929"/>
                  </a:lnTo>
                  <a:lnTo>
                    <a:pt x="716851" y="344119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5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F1F1F1">
              <a:alpha val="7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dirty="0"/>
              <a:t>¿Cómo</a:t>
            </a:r>
            <a:r>
              <a:rPr spc="5" dirty="0"/>
              <a:t> </a:t>
            </a:r>
            <a:r>
              <a:rPr dirty="0"/>
              <a:t>será</a:t>
            </a:r>
            <a:r>
              <a:rPr spc="5" dirty="0"/>
              <a:t> </a:t>
            </a:r>
            <a:r>
              <a:rPr dirty="0"/>
              <a:t>tu</a:t>
            </a:r>
            <a:r>
              <a:rPr spc="5" dirty="0"/>
              <a:t> </a:t>
            </a:r>
            <a:r>
              <a:rPr spc="-10" dirty="0"/>
              <a:t>onboarding?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457911" y="2922323"/>
            <a:ext cx="3969385" cy="241935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150" b="1" dirty="0">
                <a:solidFill>
                  <a:srgbClr val="8B79AA"/>
                </a:solidFill>
                <a:latin typeface="Times New Roman"/>
                <a:cs typeface="Times New Roman"/>
              </a:rPr>
              <a:t>04</a:t>
            </a:r>
            <a:r>
              <a:rPr sz="2150" b="1" spc="310" dirty="0">
                <a:solidFill>
                  <a:srgbClr val="8B79AA"/>
                </a:solidFill>
                <a:latin typeface="Times New Roman"/>
                <a:cs typeface="Times New Roman"/>
              </a:rPr>
              <a:t> </a:t>
            </a:r>
            <a:r>
              <a:rPr sz="2150" b="1" dirty="0">
                <a:solidFill>
                  <a:srgbClr val="2D1A46"/>
                </a:solidFill>
                <a:latin typeface="Times New Roman"/>
                <a:cs typeface="Times New Roman"/>
              </a:rPr>
              <a:t>Optimización</a:t>
            </a:r>
            <a:r>
              <a:rPr sz="2150" b="1" spc="31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b="1" dirty="0">
                <a:solidFill>
                  <a:srgbClr val="2D1A46"/>
                </a:solidFill>
                <a:latin typeface="Times New Roman"/>
                <a:cs typeface="Times New Roman"/>
              </a:rPr>
              <a:t>&amp;</a:t>
            </a:r>
            <a:r>
              <a:rPr sz="2150" b="1" spc="31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Crecimiento</a:t>
            </a:r>
            <a:endParaRPr sz="2150">
              <a:latin typeface="Times New Roman"/>
              <a:cs typeface="Times New Roman"/>
            </a:endParaRPr>
          </a:p>
          <a:p>
            <a:pPr marL="229235" marR="466090" indent="-188595">
              <a:lnSpc>
                <a:spcPct val="101499"/>
              </a:lnSpc>
              <a:spcBef>
                <a:spcPts val="1215"/>
              </a:spcBef>
              <a:buChar char="•"/>
              <a:tabLst>
                <a:tab pos="229235" algn="l"/>
              </a:tabLst>
            </a:pP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Acompañamiento</a:t>
            </a:r>
            <a:r>
              <a:rPr sz="1950" spc="1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2D1A46"/>
                </a:solidFill>
                <a:latin typeface="Times New Roman"/>
                <a:cs typeface="Times New Roman"/>
              </a:rPr>
              <a:t>constante</a:t>
            </a:r>
            <a:r>
              <a:rPr sz="1950" spc="50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para</a:t>
            </a:r>
            <a:r>
              <a:rPr sz="1950" spc="4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la</a:t>
            </a:r>
            <a:r>
              <a:rPr sz="1950" spc="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consecución</a:t>
            </a:r>
            <a:r>
              <a:rPr sz="1950" spc="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1950" spc="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2D1A46"/>
                </a:solidFill>
                <a:latin typeface="Times New Roman"/>
                <a:cs typeface="Times New Roman"/>
              </a:rPr>
              <a:t>objetivos</a:t>
            </a:r>
            <a:endParaRPr sz="1950">
              <a:latin typeface="Times New Roman"/>
              <a:cs typeface="Times New Roman"/>
            </a:endParaRPr>
          </a:p>
          <a:p>
            <a:pPr marL="228600" indent="-187960">
              <a:lnSpc>
                <a:spcPct val="100000"/>
              </a:lnSpc>
              <a:spcBef>
                <a:spcPts val="960"/>
              </a:spcBef>
              <a:buChar char="•"/>
              <a:tabLst>
                <a:tab pos="228600" algn="l"/>
              </a:tabLst>
            </a:pP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Mejora</a:t>
            </a:r>
            <a:r>
              <a:rPr sz="1950" spc="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1950" spc="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procesos</a:t>
            </a:r>
            <a:r>
              <a:rPr sz="1950" spc="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2D1A46"/>
                </a:solidFill>
                <a:latin typeface="Times New Roman"/>
                <a:cs typeface="Times New Roman"/>
              </a:rPr>
              <a:t>contables</a:t>
            </a:r>
            <a:endParaRPr sz="1950">
              <a:latin typeface="Times New Roman"/>
              <a:cs typeface="Times New Roman"/>
            </a:endParaRPr>
          </a:p>
          <a:p>
            <a:pPr marL="40640" marR="535940" indent="187960">
              <a:lnSpc>
                <a:spcPct val="101499"/>
              </a:lnSpc>
              <a:spcBef>
                <a:spcPts val="925"/>
              </a:spcBef>
              <a:buChar char="•"/>
              <a:tabLst>
                <a:tab pos="228600" algn="l"/>
              </a:tabLst>
            </a:pP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Ajuste</a:t>
            </a:r>
            <a:r>
              <a:rPr sz="1950" spc="3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1950" spc="3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desviaciones</a:t>
            </a:r>
            <a:r>
              <a:rPr sz="1950" spc="3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y</a:t>
            </a:r>
            <a:r>
              <a:rPr sz="1950" spc="3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2D1A46"/>
                </a:solidFill>
                <a:latin typeface="Times New Roman"/>
                <a:cs typeface="Times New Roman"/>
              </a:rPr>
              <a:t>planes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1950" spc="2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2D1A46"/>
                </a:solidFill>
                <a:latin typeface="Times New Roman"/>
                <a:cs typeface="Times New Roman"/>
              </a:rPr>
              <a:t>mejora</a:t>
            </a:r>
            <a:endParaRPr sz="195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0611" y="3686141"/>
            <a:ext cx="150466" cy="15046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0611" y="4393508"/>
            <a:ext cx="150466" cy="15046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0611" y="4821651"/>
            <a:ext cx="150466" cy="15046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195427" y="2929406"/>
            <a:ext cx="3162935" cy="301498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150" b="1" dirty="0">
                <a:solidFill>
                  <a:srgbClr val="8B79AA"/>
                </a:solidFill>
                <a:latin typeface="Times New Roman"/>
                <a:cs typeface="Times New Roman"/>
              </a:rPr>
              <a:t>03</a:t>
            </a:r>
            <a:r>
              <a:rPr sz="2150" b="1" spc="390" dirty="0">
                <a:solidFill>
                  <a:srgbClr val="8B79AA"/>
                </a:solidFill>
                <a:latin typeface="Times New Roman"/>
                <a:cs typeface="Times New Roman"/>
              </a:rPr>
              <a:t> </a:t>
            </a:r>
            <a:r>
              <a:rPr sz="2150" b="1" dirty="0">
                <a:solidFill>
                  <a:srgbClr val="2D1A46"/>
                </a:solidFill>
                <a:latin typeface="Times New Roman"/>
                <a:cs typeface="Times New Roman"/>
              </a:rPr>
              <a:t>Integración</a:t>
            </a:r>
            <a:r>
              <a:rPr sz="2150" b="1" spc="39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b="1" spc="40" dirty="0">
                <a:solidFill>
                  <a:srgbClr val="2D1A46"/>
                </a:solidFill>
                <a:latin typeface="Times New Roman"/>
                <a:cs typeface="Times New Roman"/>
              </a:rPr>
              <a:t>financiera</a:t>
            </a:r>
            <a:endParaRPr sz="2150">
              <a:latin typeface="Times New Roman"/>
              <a:cs typeface="Times New Roman"/>
            </a:endParaRPr>
          </a:p>
          <a:p>
            <a:pPr marL="229870" marR="182245" indent="-188595">
              <a:lnSpc>
                <a:spcPct val="101499"/>
              </a:lnSpc>
              <a:spcBef>
                <a:spcPts val="1190"/>
              </a:spcBef>
              <a:buChar char="•"/>
              <a:tabLst>
                <a:tab pos="229870" algn="l"/>
              </a:tabLst>
            </a:pP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Planificación</a:t>
            </a:r>
            <a:r>
              <a:rPr sz="1950" spc="6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1950" spc="7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tesorería</a:t>
            </a:r>
            <a:r>
              <a:rPr sz="1950" spc="6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spc="-50" dirty="0">
                <a:solidFill>
                  <a:srgbClr val="2D1A46"/>
                </a:solidFill>
                <a:latin typeface="Times New Roman"/>
                <a:cs typeface="Times New Roman"/>
              </a:rPr>
              <a:t>y </a:t>
            </a:r>
            <a:r>
              <a:rPr sz="1950" spc="-10" dirty="0">
                <a:solidFill>
                  <a:srgbClr val="2D1A46"/>
                </a:solidFill>
                <a:latin typeface="Times New Roman"/>
                <a:cs typeface="Times New Roman"/>
              </a:rPr>
              <a:t>proyecciones</a:t>
            </a:r>
            <a:endParaRPr sz="1950">
              <a:latin typeface="Times New Roman"/>
              <a:cs typeface="Times New Roman"/>
            </a:endParaRPr>
          </a:p>
          <a:p>
            <a:pPr marL="229870" marR="55880" indent="-188595">
              <a:lnSpc>
                <a:spcPct val="101499"/>
              </a:lnSpc>
              <a:spcBef>
                <a:spcPts val="925"/>
              </a:spcBef>
              <a:buChar char="•"/>
              <a:tabLst>
                <a:tab pos="229870" algn="l"/>
              </a:tabLst>
            </a:pP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Reporting</a:t>
            </a:r>
            <a:r>
              <a:rPr sz="1950" spc="5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mensual</a:t>
            </a:r>
            <a:r>
              <a:rPr sz="1950" spc="5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y</a:t>
            </a:r>
            <a:r>
              <a:rPr sz="1950" spc="5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2D1A46"/>
                </a:solidFill>
                <a:latin typeface="Times New Roman"/>
                <a:cs typeface="Times New Roman"/>
              </a:rPr>
              <a:t>control semanal</a:t>
            </a:r>
            <a:endParaRPr sz="1950">
              <a:latin typeface="Times New Roman"/>
              <a:cs typeface="Times New Roman"/>
            </a:endParaRPr>
          </a:p>
          <a:p>
            <a:pPr marL="229870" marR="245745" indent="-188595">
              <a:lnSpc>
                <a:spcPct val="101499"/>
              </a:lnSpc>
              <a:spcBef>
                <a:spcPts val="925"/>
              </a:spcBef>
              <a:buChar char="•"/>
              <a:tabLst>
                <a:tab pos="229870" algn="l"/>
              </a:tabLst>
            </a:pP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Apoyo</a:t>
            </a:r>
            <a:r>
              <a:rPr sz="1950" spc="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en</a:t>
            </a:r>
            <a:r>
              <a:rPr sz="1950" spc="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2D1A46"/>
                </a:solidFill>
                <a:latin typeface="Times New Roman"/>
                <a:cs typeface="Times New Roman"/>
              </a:rPr>
              <a:t>decisiones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estratégicas</a:t>
            </a:r>
            <a:r>
              <a:rPr sz="1950" spc="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2D1A46"/>
                </a:solidFill>
                <a:latin typeface="Times New Roman"/>
                <a:cs typeface="Times New Roman"/>
              </a:rPr>
              <a:t>(pricing,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expansión,</a:t>
            </a:r>
            <a:r>
              <a:rPr sz="1950" spc="8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2D1A46"/>
                </a:solidFill>
                <a:latin typeface="Times New Roman"/>
                <a:cs typeface="Times New Roman"/>
              </a:rPr>
              <a:t>contrataciones)</a:t>
            </a:r>
            <a:endParaRPr sz="195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8128" y="3686141"/>
            <a:ext cx="150466" cy="15046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8128" y="4402815"/>
            <a:ext cx="150466" cy="15046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8128" y="5114835"/>
            <a:ext cx="150466" cy="15046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405216" y="2929406"/>
            <a:ext cx="3826510" cy="211074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150" b="1" dirty="0">
                <a:solidFill>
                  <a:srgbClr val="8B79AA"/>
                </a:solidFill>
                <a:latin typeface="Times New Roman"/>
                <a:cs typeface="Times New Roman"/>
              </a:rPr>
              <a:t>02</a:t>
            </a:r>
            <a:r>
              <a:rPr sz="2150" b="1" spc="100" dirty="0">
                <a:solidFill>
                  <a:srgbClr val="8B79AA"/>
                </a:solidFill>
                <a:latin typeface="Times New Roman"/>
                <a:cs typeface="Times New Roman"/>
              </a:rPr>
              <a:t> </a:t>
            </a:r>
            <a:r>
              <a:rPr sz="2150" b="1" dirty="0">
                <a:solidFill>
                  <a:srgbClr val="2D1A46"/>
                </a:solidFill>
                <a:latin typeface="Times New Roman"/>
                <a:cs typeface="Times New Roman"/>
              </a:rPr>
              <a:t>Análisis</a:t>
            </a:r>
            <a:r>
              <a:rPr sz="2150" b="1" spc="254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b="1" dirty="0">
                <a:solidFill>
                  <a:srgbClr val="2D1A46"/>
                </a:solidFill>
                <a:latin typeface="Times New Roman"/>
                <a:cs typeface="Times New Roman"/>
              </a:rPr>
              <a:t>&amp;</a:t>
            </a:r>
            <a:r>
              <a:rPr sz="2150" b="1" spc="26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b="1" spc="40" dirty="0">
                <a:solidFill>
                  <a:srgbClr val="2D1A46"/>
                </a:solidFill>
                <a:latin typeface="Times New Roman"/>
                <a:cs typeface="Times New Roman"/>
              </a:rPr>
              <a:t>Estructuración</a:t>
            </a:r>
            <a:endParaRPr sz="2150">
              <a:latin typeface="Times New Roman"/>
              <a:cs typeface="Times New Roman"/>
            </a:endParaRPr>
          </a:p>
          <a:p>
            <a:pPr marL="226060" indent="-187960">
              <a:lnSpc>
                <a:spcPct val="100000"/>
              </a:lnSpc>
              <a:spcBef>
                <a:spcPts val="1225"/>
              </a:spcBef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Análisis</a:t>
            </a:r>
            <a:r>
              <a:rPr sz="195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2D1A46"/>
                </a:solidFill>
                <a:latin typeface="Times New Roman"/>
                <a:cs typeface="Times New Roman"/>
              </a:rPr>
              <a:t>financiero</a:t>
            </a:r>
            <a:endParaRPr sz="1950">
              <a:latin typeface="Times New Roman"/>
              <a:cs typeface="Times New Roman"/>
            </a:endParaRPr>
          </a:p>
          <a:p>
            <a:pPr marL="226060" indent="-187960">
              <a:lnSpc>
                <a:spcPct val="100000"/>
              </a:lnSpc>
              <a:spcBef>
                <a:spcPts val="960"/>
              </a:spcBef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Construcción</a:t>
            </a:r>
            <a:r>
              <a:rPr sz="1950" spc="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1950" spc="4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KPIs</a:t>
            </a:r>
            <a:r>
              <a:rPr sz="1950" spc="4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y</a:t>
            </a:r>
            <a:r>
              <a:rPr sz="1950" spc="4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2D1A46"/>
                </a:solidFill>
                <a:latin typeface="Times New Roman"/>
                <a:cs typeface="Times New Roman"/>
              </a:rPr>
              <a:t>dashboards</a:t>
            </a:r>
            <a:endParaRPr sz="1950">
              <a:latin typeface="Times New Roman"/>
              <a:cs typeface="Times New Roman"/>
            </a:endParaRPr>
          </a:p>
          <a:p>
            <a:pPr marL="38100" marR="480059" indent="187960">
              <a:lnSpc>
                <a:spcPct val="101499"/>
              </a:lnSpc>
              <a:spcBef>
                <a:spcPts val="925"/>
              </a:spcBef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Establecimiento</a:t>
            </a:r>
            <a:r>
              <a:rPr sz="1950" spc="7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1950" spc="7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2D1A46"/>
                </a:solidFill>
                <a:latin typeface="Times New Roman"/>
                <a:cs typeface="Times New Roman"/>
              </a:rPr>
              <a:t>prioridades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y</a:t>
            </a:r>
            <a:r>
              <a:rPr sz="1950" spc="1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2D1A46"/>
                </a:solidFill>
                <a:latin typeface="Times New Roman"/>
                <a:cs typeface="Times New Roman"/>
              </a:rPr>
              <a:t>objetivos</a:t>
            </a:r>
            <a:endParaRPr sz="1950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7914" y="3686141"/>
            <a:ext cx="150466" cy="15046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7914" y="4108079"/>
            <a:ext cx="150466" cy="15046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7914" y="4511401"/>
            <a:ext cx="150466" cy="15046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113697" y="2929406"/>
            <a:ext cx="3717925" cy="211074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150" b="1" dirty="0">
                <a:solidFill>
                  <a:srgbClr val="8B79AA"/>
                </a:solidFill>
                <a:latin typeface="Times New Roman"/>
                <a:cs typeface="Times New Roman"/>
              </a:rPr>
              <a:t>01</a:t>
            </a:r>
            <a:r>
              <a:rPr sz="2150" b="1" spc="390" dirty="0">
                <a:solidFill>
                  <a:srgbClr val="8B79AA"/>
                </a:solidFill>
                <a:latin typeface="Times New Roman"/>
                <a:cs typeface="Times New Roman"/>
              </a:rPr>
              <a:t> </a:t>
            </a:r>
            <a:r>
              <a:rPr sz="2150" b="1" dirty="0">
                <a:solidFill>
                  <a:srgbClr val="2D1A46"/>
                </a:solidFill>
                <a:latin typeface="Times New Roman"/>
                <a:cs typeface="Times New Roman"/>
              </a:rPr>
              <a:t>Diagnóstico</a:t>
            </a:r>
            <a:r>
              <a:rPr sz="2150" b="1" spc="39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150" b="1" spc="40" dirty="0">
                <a:solidFill>
                  <a:srgbClr val="2D1A46"/>
                </a:solidFill>
                <a:latin typeface="Times New Roman"/>
                <a:cs typeface="Times New Roman"/>
              </a:rPr>
              <a:t>inicial</a:t>
            </a:r>
            <a:endParaRPr sz="2150" dirty="0">
              <a:latin typeface="Times New Roman"/>
              <a:cs typeface="Times New Roman"/>
            </a:endParaRPr>
          </a:p>
          <a:p>
            <a:pPr marL="236220" indent="-187960">
              <a:lnSpc>
                <a:spcPct val="100000"/>
              </a:lnSpc>
              <a:spcBef>
                <a:spcPts val="1225"/>
              </a:spcBef>
              <a:buChar char="•"/>
              <a:tabLst>
                <a:tab pos="236220" algn="l"/>
              </a:tabLst>
            </a:pP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Entendemos</a:t>
            </a:r>
            <a:r>
              <a:rPr sz="1950" spc="3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tus</a:t>
            </a:r>
            <a:r>
              <a:rPr sz="1950" spc="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prioridades</a:t>
            </a:r>
            <a:endParaRPr sz="1950" dirty="0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  <a:spcBef>
                <a:spcPts val="35"/>
              </a:spcBef>
            </a:pP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y</a:t>
            </a:r>
            <a:r>
              <a:rPr sz="195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b="1" dirty="0">
                <a:solidFill>
                  <a:srgbClr val="2D1A46"/>
                </a:solidFill>
                <a:latin typeface="Times New Roman"/>
                <a:cs typeface="Times New Roman"/>
              </a:rPr>
              <a:t>necesidades</a:t>
            </a:r>
            <a:r>
              <a:rPr sz="1950" b="1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2D1A46"/>
                </a:solidFill>
                <a:latin typeface="Times New Roman"/>
                <a:cs typeface="Times New Roman"/>
              </a:rPr>
              <a:t>más</a:t>
            </a:r>
            <a:r>
              <a:rPr sz="1950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2D1A46"/>
                </a:solidFill>
                <a:latin typeface="Times New Roman"/>
                <a:cs typeface="Times New Roman"/>
              </a:rPr>
              <a:t>urgentes</a:t>
            </a:r>
            <a:endParaRPr sz="1950" dirty="0">
              <a:latin typeface="Times New Roman"/>
              <a:cs typeface="Times New Roman"/>
            </a:endParaRPr>
          </a:p>
          <a:p>
            <a:pPr marL="236220" indent="-187960">
              <a:lnSpc>
                <a:spcPct val="100000"/>
              </a:lnSpc>
              <a:spcBef>
                <a:spcPts val="960"/>
              </a:spcBef>
              <a:buChar char="•"/>
              <a:tabLst>
                <a:tab pos="236220" algn="l"/>
              </a:tabLst>
            </a:pPr>
            <a:r>
              <a:rPr sz="1950" b="1" dirty="0">
                <a:solidFill>
                  <a:srgbClr val="2D1A46"/>
                </a:solidFill>
                <a:latin typeface="Times New Roman"/>
                <a:cs typeface="Times New Roman"/>
              </a:rPr>
              <a:t>Recogemos</a:t>
            </a:r>
            <a:r>
              <a:rPr sz="1950" b="1" spc="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b="1" dirty="0">
                <a:solidFill>
                  <a:srgbClr val="2D1A46"/>
                </a:solidFill>
                <a:latin typeface="Times New Roman"/>
                <a:cs typeface="Times New Roman"/>
              </a:rPr>
              <a:t>tu</a:t>
            </a:r>
            <a:r>
              <a:rPr sz="1950" b="1" spc="4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b="1" dirty="0">
                <a:solidFill>
                  <a:srgbClr val="2D1A46"/>
                </a:solidFill>
                <a:latin typeface="Times New Roman"/>
                <a:cs typeface="Times New Roman"/>
              </a:rPr>
              <a:t>información</a:t>
            </a:r>
            <a:r>
              <a:rPr sz="1950" b="1" spc="4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clave</a:t>
            </a:r>
            <a:endParaRPr sz="1950" dirty="0">
              <a:latin typeface="Times New Roman"/>
              <a:cs typeface="Times New Roman"/>
            </a:endParaRPr>
          </a:p>
          <a:p>
            <a:pPr marL="236220" indent="-187960">
              <a:lnSpc>
                <a:spcPct val="100000"/>
              </a:lnSpc>
              <a:spcBef>
                <a:spcPts val="960"/>
              </a:spcBef>
              <a:buChar char="•"/>
              <a:tabLst>
                <a:tab pos="236220" algn="l"/>
              </a:tabLst>
            </a:pPr>
            <a:r>
              <a:rPr sz="1950" b="1" dirty="0">
                <a:solidFill>
                  <a:srgbClr val="2D1A46"/>
                </a:solidFill>
                <a:latin typeface="Times New Roman"/>
                <a:cs typeface="Times New Roman"/>
              </a:rPr>
              <a:t>Kick</a:t>
            </a:r>
            <a:r>
              <a:rPr sz="1950" b="1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b="1" dirty="0">
                <a:solidFill>
                  <a:srgbClr val="2D1A46"/>
                </a:solidFill>
                <a:latin typeface="Times New Roman"/>
                <a:cs typeface="Times New Roman"/>
              </a:rPr>
              <a:t>Off</a:t>
            </a:r>
            <a:r>
              <a:rPr sz="1950" b="1" spc="3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195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meeting</a:t>
            </a:r>
            <a:endParaRPr sz="1950" dirty="0">
              <a:latin typeface="Times New Roman"/>
              <a:cs typeface="Times New Roman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6397" y="3686141"/>
            <a:ext cx="150466" cy="150466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6397" y="4396610"/>
            <a:ext cx="150466" cy="15046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6397" y="4821651"/>
            <a:ext cx="150466" cy="150466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0" y="6311619"/>
            <a:ext cx="20104100" cy="633095"/>
            <a:chOff x="0" y="6311619"/>
            <a:chExt cx="20104100" cy="633095"/>
          </a:xfrm>
        </p:grpSpPr>
        <p:sp>
          <p:nvSpPr>
            <p:cNvPr id="26" name="object 26"/>
            <p:cNvSpPr/>
            <p:nvPr/>
          </p:nvSpPr>
          <p:spPr>
            <a:xfrm>
              <a:off x="0" y="6620217"/>
              <a:ext cx="20104100" cy="15875"/>
            </a:xfrm>
            <a:custGeom>
              <a:avLst/>
              <a:gdLst/>
              <a:ahLst/>
              <a:cxnLst/>
              <a:rect l="l" t="t" r="r" b="b"/>
              <a:pathLst>
                <a:path w="20104100" h="15875">
                  <a:moveTo>
                    <a:pt x="0" y="0"/>
                  </a:moveTo>
                  <a:lnTo>
                    <a:pt x="0" y="15706"/>
                  </a:lnTo>
                  <a:lnTo>
                    <a:pt x="20104100" y="15706"/>
                  </a:lnTo>
                  <a:lnTo>
                    <a:pt x="20104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08404" y="6311619"/>
              <a:ext cx="633095" cy="633095"/>
            </a:xfrm>
            <a:custGeom>
              <a:avLst/>
              <a:gdLst/>
              <a:ahLst/>
              <a:cxnLst/>
              <a:rect l="l" t="t" r="r" b="b"/>
              <a:pathLst>
                <a:path w="633094" h="633095">
                  <a:moveTo>
                    <a:pt x="316451" y="0"/>
                  </a:moveTo>
                  <a:lnTo>
                    <a:pt x="269688" y="3431"/>
                  </a:lnTo>
                  <a:lnTo>
                    <a:pt x="225056" y="13398"/>
                  </a:lnTo>
                  <a:lnTo>
                    <a:pt x="183043" y="29412"/>
                  </a:lnTo>
                  <a:lnTo>
                    <a:pt x="144140" y="50982"/>
                  </a:lnTo>
                  <a:lnTo>
                    <a:pt x="108836" y="77620"/>
                  </a:lnTo>
                  <a:lnTo>
                    <a:pt x="77620" y="108836"/>
                  </a:lnTo>
                  <a:lnTo>
                    <a:pt x="50982" y="144140"/>
                  </a:lnTo>
                  <a:lnTo>
                    <a:pt x="29412" y="183043"/>
                  </a:lnTo>
                  <a:lnTo>
                    <a:pt x="13398" y="225056"/>
                  </a:lnTo>
                  <a:lnTo>
                    <a:pt x="3431" y="269688"/>
                  </a:lnTo>
                  <a:lnTo>
                    <a:pt x="0" y="316451"/>
                  </a:lnTo>
                  <a:lnTo>
                    <a:pt x="3431" y="363213"/>
                  </a:lnTo>
                  <a:lnTo>
                    <a:pt x="13398" y="407845"/>
                  </a:lnTo>
                  <a:lnTo>
                    <a:pt x="29412" y="449858"/>
                  </a:lnTo>
                  <a:lnTo>
                    <a:pt x="50982" y="488761"/>
                  </a:lnTo>
                  <a:lnTo>
                    <a:pt x="77620" y="524065"/>
                  </a:lnTo>
                  <a:lnTo>
                    <a:pt x="108836" y="555281"/>
                  </a:lnTo>
                  <a:lnTo>
                    <a:pt x="144140" y="581919"/>
                  </a:lnTo>
                  <a:lnTo>
                    <a:pt x="183043" y="603490"/>
                  </a:lnTo>
                  <a:lnTo>
                    <a:pt x="225056" y="619503"/>
                  </a:lnTo>
                  <a:lnTo>
                    <a:pt x="269688" y="629471"/>
                  </a:lnTo>
                  <a:lnTo>
                    <a:pt x="316451" y="632902"/>
                  </a:lnTo>
                  <a:lnTo>
                    <a:pt x="363213" y="629471"/>
                  </a:lnTo>
                  <a:lnTo>
                    <a:pt x="407845" y="619503"/>
                  </a:lnTo>
                  <a:lnTo>
                    <a:pt x="449858" y="603490"/>
                  </a:lnTo>
                  <a:lnTo>
                    <a:pt x="488761" y="581919"/>
                  </a:lnTo>
                  <a:lnTo>
                    <a:pt x="524065" y="555281"/>
                  </a:lnTo>
                  <a:lnTo>
                    <a:pt x="555281" y="524065"/>
                  </a:lnTo>
                  <a:lnTo>
                    <a:pt x="581919" y="488761"/>
                  </a:lnTo>
                  <a:lnTo>
                    <a:pt x="603490" y="449858"/>
                  </a:lnTo>
                  <a:lnTo>
                    <a:pt x="619503" y="407845"/>
                  </a:lnTo>
                  <a:lnTo>
                    <a:pt x="629471" y="363213"/>
                  </a:lnTo>
                  <a:lnTo>
                    <a:pt x="632902" y="316451"/>
                  </a:lnTo>
                  <a:lnTo>
                    <a:pt x="629471" y="269688"/>
                  </a:lnTo>
                  <a:lnTo>
                    <a:pt x="619503" y="225056"/>
                  </a:lnTo>
                  <a:lnTo>
                    <a:pt x="603490" y="183043"/>
                  </a:lnTo>
                  <a:lnTo>
                    <a:pt x="581919" y="144140"/>
                  </a:lnTo>
                  <a:lnTo>
                    <a:pt x="555281" y="108836"/>
                  </a:lnTo>
                  <a:lnTo>
                    <a:pt x="524065" y="77620"/>
                  </a:lnTo>
                  <a:lnTo>
                    <a:pt x="488761" y="50982"/>
                  </a:lnTo>
                  <a:lnTo>
                    <a:pt x="449858" y="29412"/>
                  </a:lnTo>
                  <a:lnTo>
                    <a:pt x="407845" y="13398"/>
                  </a:lnTo>
                  <a:lnTo>
                    <a:pt x="363213" y="3431"/>
                  </a:lnTo>
                  <a:lnTo>
                    <a:pt x="316451" y="0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451166" y="6354382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70">
                  <a:moveTo>
                    <a:pt x="273688" y="0"/>
                  </a:moveTo>
                  <a:lnTo>
                    <a:pt x="224491" y="4409"/>
                  </a:lnTo>
                  <a:lnTo>
                    <a:pt x="178187" y="17122"/>
                  </a:lnTo>
                  <a:lnTo>
                    <a:pt x="135550" y="37365"/>
                  </a:lnTo>
                  <a:lnTo>
                    <a:pt x="97352" y="64366"/>
                  </a:lnTo>
                  <a:lnTo>
                    <a:pt x="64366" y="97352"/>
                  </a:lnTo>
                  <a:lnTo>
                    <a:pt x="37365" y="135550"/>
                  </a:lnTo>
                  <a:lnTo>
                    <a:pt x="17122" y="178187"/>
                  </a:lnTo>
                  <a:lnTo>
                    <a:pt x="4409" y="224491"/>
                  </a:lnTo>
                  <a:lnTo>
                    <a:pt x="0" y="273688"/>
                  </a:lnTo>
                  <a:lnTo>
                    <a:pt x="4409" y="322884"/>
                  </a:lnTo>
                  <a:lnTo>
                    <a:pt x="17122" y="369188"/>
                  </a:lnTo>
                  <a:lnTo>
                    <a:pt x="37365" y="411825"/>
                  </a:lnTo>
                  <a:lnTo>
                    <a:pt x="64366" y="450023"/>
                  </a:lnTo>
                  <a:lnTo>
                    <a:pt x="97352" y="483009"/>
                  </a:lnTo>
                  <a:lnTo>
                    <a:pt x="135550" y="510010"/>
                  </a:lnTo>
                  <a:lnTo>
                    <a:pt x="178187" y="530253"/>
                  </a:lnTo>
                  <a:lnTo>
                    <a:pt x="224491" y="542966"/>
                  </a:lnTo>
                  <a:lnTo>
                    <a:pt x="273688" y="547376"/>
                  </a:lnTo>
                  <a:lnTo>
                    <a:pt x="322884" y="542966"/>
                  </a:lnTo>
                  <a:lnTo>
                    <a:pt x="369188" y="530253"/>
                  </a:lnTo>
                  <a:lnTo>
                    <a:pt x="411825" y="510010"/>
                  </a:lnTo>
                  <a:lnTo>
                    <a:pt x="450023" y="483009"/>
                  </a:lnTo>
                  <a:lnTo>
                    <a:pt x="483009" y="450023"/>
                  </a:lnTo>
                  <a:lnTo>
                    <a:pt x="510010" y="411825"/>
                  </a:lnTo>
                  <a:lnTo>
                    <a:pt x="530253" y="369188"/>
                  </a:lnTo>
                  <a:lnTo>
                    <a:pt x="542966" y="322884"/>
                  </a:lnTo>
                  <a:lnTo>
                    <a:pt x="547376" y="273688"/>
                  </a:lnTo>
                  <a:lnTo>
                    <a:pt x="542966" y="224491"/>
                  </a:lnTo>
                  <a:lnTo>
                    <a:pt x="530253" y="178187"/>
                  </a:lnTo>
                  <a:lnTo>
                    <a:pt x="510010" y="135550"/>
                  </a:lnTo>
                  <a:lnTo>
                    <a:pt x="483009" y="97352"/>
                  </a:lnTo>
                  <a:lnTo>
                    <a:pt x="450023" y="64366"/>
                  </a:lnTo>
                  <a:lnTo>
                    <a:pt x="411825" y="37365"/>
                  </a:lnTo>
                  <a:lnTo>
                    <a:pt x="369188" y="17122"/>
                  </a:lnTo>
                  <a:lnTo>
                    <a:pt x="322884" y="4409"/>
                  </a:lnTo>
                  <a:lnTo>
                    <a:pt x="273688" y="0"/>
                  </a:lnTo>
                  <a:close/>
                </a:path>
              </a:pathLst>
            </a:custGeom>
            <a:solidFill>
              <a:srgbClr val="FCC6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08893" y="6364008"/>
              <a:ext cx="470534" cy="470534"/>
            </a:xfrm>
            <a:custGeom>
              <a:avLst/>
              <a:gdLst/>
              <a:ahLst/>
              <a:cxnLst/>
              <a:rect l="l" t="t" r="r" b="b"/>
              <a:pathLst>
                <a:path w="470535" h="470534">
                  <a:moveTo>
                    <a:pt x="235207" y="0"/>
                  </a:moveTo>
                  <a:lnTo>
                    <a:pt x="187804" y="4778"/>
                  </a:lnTo>
                  <a:lnTo>
                    <a:pt x="143654" y="18482"/>
                  </a:lnTo>
                  <a:lnTo>
                    <a:pt x="103700" y="40166"/>
                  </a:lnTo>
                  <a:lnTo>
                    <a:pt x="68890" y="68885"/>
                  </a:lnTo>
                  <a:lnTo>
                    <a:pt x="40169" y="103693"/>
                  </a:lnTo>
                  <a:lnTo>
                    <a:pt x="18483" y="143645"/>
                  </a:lnTo>
                  <a:lnTo>
                    <a:pt x="4778" y="187794"/>
                  </a:lnTo>
                  <a:lnTo>
                    <a:pt x="0" y="235197"/>
                  </a:lnTo>
                  <a:lnTo>
                    <a:pt x="4778" y="282599"/>
                  </a:lnTo>
                  <a:lnTo>
                    <a:pt x="18483" y="326748"/>
                  </a:lnTo>
                  <a:lnTo>
                    <a:pt x="40169" y="366700"/>
                  </a:lnTo>
                  <a:lnTo>
                    <a:pt x="68890" y="401508"/>
                  </a:lnTo>
                  <a:lnTo>
                    <a:pt x="103700" y="430227"/>
                  </a:lnTo>
                  <a:lnTo>
                    <a:pt x="143654" y="451911"/>
                  </a:lnTo>
                  <a:lnTo>
                    <a:pt x="187804" y="465615"/>
                  </a:lnTo>
                  <a:lnTo>
                    <a:pt x="235207" y="470394"/>
                  </a:lnTo>
                  <a:lnTo>
                    <a:pt x="282606" y="465615"/>
                  </a:lnTo>
                  <a:lnTo>
                    <a:pt x="326754" y="451911"/>
                  </a:lnTo>
                  <a:lnTo>
                    <a:pt x="366706" y="430227"/>
                  </a:lnTo>
                  <a:lnTo>
                    <a:pt x="401515" y="401508"/>
                  </a:lnTo>
                  <a:lnTo>
                    <a:pt x="430235" y="366700"/>
                  </a:lnTo>
                  <a:lnTo>
                    <a:pt x="451920" y="326748"/>
                  </a:lnTo>
                  <a:lnTo>
                    <a:pt x="465625" y="282599"/>
                  </a:lnTo>
                  <a:lnTo>
                    <a:pt x="470404" y="235197"/>
                  </a:lnTo>
                  <a:lnTo>
                    <a:pt x="465625" y="187794"/>
                  </a:lnTo>
                  <a:lnTo>
                    <a:pt x="451920" y="143645"/>
                  </a:lnTo>
                  <a:lnTo>
                    <a:pt x="430235" y="103693"/>
                  </a:lnTo>
                  <a:lnTo>
                    <a:pt x="401515" y="68885"/>
                  </a:lnTo>
                  <a:lnTo>
                    <a:pt x="366706" y="40166"/>
                  </a:lnTo>
                  <a:lnTo>
                    <a:pt x="326754" y="18482"/>
                  </a:lnTo>
                  <a:lnTo>
                    <a:pt x="282606" y="4778"/>
                  </a:lnTo>
                  <a:lnTo>
                    <a:pt x="235207" y="0"/>
                  </a:lnTo>
                  <a:close/>
                </a:path>
              </a:pathLst>
            </a:custGeom>
            <a:solidFill>
              <a:srgbClr val="FFE0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03478" y="6311619"/>
              <a:ext cx="633095" cy="633095"/>
            </a:xfrm>
            <a:custGeom>
              <a:avLst/>
              <a:gdLst/>
              <a:ahLst/>
              <a:cxnLst/>
              <a:rect l="l" t="t" r="r" b="b"/>
              <a:pathLst>
                <a:path w="633095" h="633095">
                  <a:moveTo>
                    <a:pt x="316451" y="0"/>
                  </a:moveTo>
                  <a:lnTo>
                    <a:pt x="269686" y="3431"/>
                  </a:lnTo>
                  <a:lnTo>
                    <a:pt x="225052" y="13398"/>
                  </a:lnTo>
                  <a:lnTo>
                    <a:pt x="183039" y="29412"/>
                  </a:lnTo>
                  <a:lnTo>
                    <a:pt x="144136" y="50982"/>
                  </a:lnTo>
                  <a:lnTo>
                    <a:pt x="108832" y="77620"/>
                  </a:lnTo>
                  <a:lnTo>
                    <a:pt x="77617" y="108836"/>
                  </a:lnTo>
                  <a:lnTo>
                    <a:pt x="50979" y="144140"/>
                  </a:lnTo>
                  <a:lnTo>
                    <a:pt x="29410" y="183043"/>
                  </a:lnTo>
                  <a:lnTo>
                    <a:pt x="13397" y="225056"/>
                  </a:lnTo>
                  <a:lnTo>
                    <a:pt x="3430" y="269688"/>
                  </a:lnTo>
                  <a:lnTo>
                    <a:pt x="0" y="316451"/>
                  </a:lnTo>
                  <a:lnTo>
                    <a:pt x="3430" y="363213"/>
                  </a:lnTo>
                  <a:lnTo>
                    <a:pt x="13397" y="407845"/>
                  </a:lnTo>
                  <a:lnTo>
                    <a:pt x="29410" y="449858"/>
                  </a:lnTo>
                  <a:lnTo>
                    <a:pt x="50979" y="488761"/>
                  </a:lnTo>
                  <a:lnTo>
                    <a:pt x="77617" y="524065"/>
                  </a:lnTo>
                  <a:lnTo>
                    <a:pt x="108832" y="555281"/>
                  </a:lnTo>
                  <a:lnTo>
                    <a:pt x="144136" y="581919"/>
                  </a:lnTo>
                  <a:lnTo>
                    <a:pt x="183039" y="603490"/>
                  </a:lnTo>
                  <a:lnTo>
                    <a:pt x="225052" y="619503"/>
                  </a:lnTo>
                  <a:lnTo>
                    <a:pt x="269686" y="629471"/>
                  </a:lnTo>
                  <a:lnTo>
                    <a:pt x="316451" y="632902"/>
                  </a:lnTo>
                  <a:lnTo>
                    <a:pt x="363213" y="629471"/>
                  </a:lnTo>
                  <a:lnTo>
                    <a:pt x="407845" y="619503"/>
                  </a:lnTo>
                  <a:lnTo>
                    <a:pt x="449858" y="603490"/>
                  </a:lnTo>
                  <a:lnTo>
                    <a:pt x="488761" y="581919"/>
                  </a:lnTo>
                  <a:lnTo>
                    <a:pt x="524065" y="555281"/>
                  </a:lnTo>
                  <a:lnTo>
                    <a:pt x="555281" y="524065"/>
                  </a:lnTo>
                  <a:lnTo>
                    <a:pt x="581919" y="488761"/>
                  </a:lnTo>
                  <a:lnTo>
                    <a:pt x="603490" y="449858"/>
                  </a:lnTo>
                  <a:lnTo>
                    <a:pt x="619503" y="407845"/>
                  </a:lnTo>
                  <a:lnTo>
                    <a:pt x="629471" y="363213"/>
                  </a:lnTo>
                  <a:lnTo>
                    <a:pt x="632902" y="316451"/>
                  </a:lnTo>
                  <a:lnTo>
                    <a:pt x="629471" y="269688"/>
                  </a:lnTo>
                  <a:lnTo>
                    <a:pt x="619503" y="225056"/>
                  </a:lnTo>
                  <a:lnTo>
                    <a:pt x="603490" y="183043"/>
                  </a:lnTo>
                  <a:lnTo>
                    <a:pt x="581919" y="144140"/>
                  </a:lnTo>
                  <a:lnTo>
                    <a:pt x="555281" y="108836"/>
                  </a:lnTo>
                  <a:lnTo>
                    <a:pt x="524065" y="77620"/>
                  </a:lnTo>
                  <a:lnTo>
                    <a:pt x="488761" y="50982"/>
                  </a:lnTo>
                  <a:lnTo>
                    <a:pt x="449858" y="29412"/>
                  </a:lnTo>
                  <a:lnTo>
                    <a:pt x="407845" y="13398"/>
                  </a:lnTo>
                  <a:lnTo>
                    <a:pt x="363213" y="3431"/>
                  </a:lnTo>
                  <a:lnTo>
                    <a:pt x="316451" y="0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46241" y="6354382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73688" y="0"/>
                  </a:moveTo>
                  <a:lnTo>
                    <a:pt x="224491" y="4409"/>
                  </a:lnTo>
                  <a:lnTo>
                    <a:pt x="178187" y="17122"/>
                  </a:lnTo>
                  <a:lnTo>
                    <a:pt x="135550" y="37365"/>
                  </a:lnTo>
                  <a:lnTo>
                    <a:pt x="97352" y="64366"/>
                  </a:lnTo>
                  <a:lnTo>
                    <a:pt x="64366" y="97352"/>
                  </a:lnTo>
                  <a:lnTo>
                    <a:pt x="37365" y="135550"/>
                  </a:lnTo>
                  <a:lnTo>
                    <a:pt x="17122" y="178187"/>
                  </a:lnTo>
                  <a:lnTo>
                    <a:pt x="4409" y="224491"/>
                  </a:lnTo>
                  <a:lnTo>
                    <a:pt x="0" y="273688"/>
                  </a:lnTo>
                  <a:lnTo>
                    <a:pt x="4409" y="322884"/>
                  </a:lnTo>
                  <a:lnTo>
                    <a:pt x="17122" y="369188"/>
                  </a:lnTo>
                  <a:lnTo>
                    <a:pt x="37365" y="411825"/>
                  </a:lnTo>
                  <a:lnTo>
                    <a:pt x="64366" y="450023"/>
                  </a:lnTo>
                  <a:lnTo>
                    <a:pt x="97352" y="483009"/>
                  </a:lnTo>
                  <a:lnTo>
                    <a:pt x="135550" y="510010"/>
                  </a:lnTo>
                  <a:lnTo>
                    <a:pt x="178187" y="530253"/>
                  </a:lnTo>
                  <a:lnTo>
                    <a:pt x="224491" y="542966"/>
                  </a:lnTo>
                  <a:lnTo>
                    <a:pt x="273688" y="547376"/>
                  </a:lnTo>
                  <a:lnTo>
                    <a:pt x="322884" y="542966"/>
                  </a:lnTo>
                  <a:lnTo>
                    <a:pt x="369188" y="530253"/>
                  </a:lnTo>
                  <a:lnTo>
                    <a:pt x="411825" y="510010"/>
                  </a:lnTo>
                  <a:lnTo>
                    <a:pt x="450023" y="483009"/>
                  </a:lnTo>
                  <a:lnTo>
                    <a:pt x="483009" y="450023"/>
                  </a:lnTo>
                  <a:lnTo>
                    <a:pt x="510010" y="411825"/>
                  </a:lnTo>
                  <a:lnTo>
                    <a:pt x="530253" y="369188"/>
                  </a:lnTo>
                  <a:lnTo>
                    <a:pt x="542966" y="322884"/>
                  </a:lnTo>
                  <a:lnTo>
                    <a:pt x="547376" y="273688"/>
                  </a:lnTo>
                  <a:lnTo>
                    <a:pt x="542966" y="224491"/>
                  </a:lnTo>
                  <a:lnTo>
                    <a:pt x="530253" y="178187"/>
                  </a:lnTo>
                  <a:lnTo>
                    <a:pt x="510010" y="135550"/>
                  </a:lnTo>
                  <a:lnTo>
                    <a:pt x="483009" y="97352"/>
                  </a:lnTo>
                  <a:lnTo>
                    <a:pt x="450023" y="64366"/>
                  </a:lnTo>
                  <a:lnTo>
                    <a:pt x="411825" y="37365"/>
                  </a:lnTo>
                  <a:lnTo>
                    <a:pt x="369188" y="17122"/>
                  </a:lnTo>
                  <a:lnTo>
                    <a:pt x="322884" y="4409"/>
                  </a:lnTo>
                  <a:lnTo>
                    <a:pt x="273688" y="0"/>
                  </a:lnTo>
                  <a:close/>
                </a:path>
              </a:pathLst>
            </a:custGeom>
            <a:solidFill>
              <a:srgbClr val="FCC6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03968" y="6364008"/>
              <a:ext cx="470534" cy="470534"/>
            </a:xfrm>
            <a:custGeom>
              <a:avLst/>
              <a:gdLst/>
              <a:ahLst/>
              <a:cxnLst/>
              <a:rect l="l" t="t" r="r" b="b"/>
              <a:pathLst>
                <a:path w="470534" h="470534">
                  <a:moveTo>
                    <a:pt x="235207" y="0"/>
                  </a:moveTo>
                  <a:lnTo>
                    <a:pt x="187804" y="4778"/>
                  </a:lnTo>
                  <a:lnTo>
                    <a:pt x="143654" y="18482"/>
                  </a:lnTo>
                  <a:lnTo>
                    <a:pt x="103700" y="40166"/>
                  </a:lnTo>
                  <a:lnTo>
                    <a:pt x="68890" y="68885"/>
                  </a:lnTo>
                  <a:lnTo>
                    <a:pt x="40169" y="103693"/>
                  </a:lnTo>
                  <a:lnTo>
                    <a:pt x="18483" y="143645"/>
                  </a:lnTo>
                  <a:lnTo>
                    <a:pt x="4778" y="187794"/>
                  </a:lnTo>
                  <a:lnTo>
                    <a:pt x="0" y="235197"/>
                  </a:lnTo>
                  <a:lnTo>
                    <a:pt x="4778" y="282599"/>
                  </a:lnTo>
                  <a:lnTo>
                    <a:pt x="18483" y="326748"/>
                  </a:lnTo>
                  <a:lnTo>
                    <a:pt x="40169" y="366700"/>
                  </a:lnTo>
                  <a:lnTo>
                    <a:pt x="68890" y="401508"/>
                  </a:lnTo>
                  <a:lnTo>
                    <a:pt x="103700" y="430227"/>
                  </a:lnTo>
                  <a:lnTo>
                    <a:pt x="143654" y="451911"/>
                  </a:lnTo>
                  <a:lnTo>
                    <a:pt x="187804" y="465615"/>
                  </a:lnTo>
                  <a:lnTo>
                    <a:pt x="235207" y="470394"/>
                  </a:lnTo>
                  <a:lnTo>
                    <a:pt x="282606" y="465615"/>
                  </a:lnTo>
                  <a:lnTo>
                    <a:pt x="326754" y="451911"/>
                  </a:lnTo>
                  <a:lnTo>
                    <a:pt x="366706" y="430227"/>
                  </a:lnTo>
                  <a:lnTo>
                    <a:pt x="401515" y="401508"/>
                  </a:lnTo>
                  <a:lnTo>
                    <a:pt x="430235" y="366700"/>
                  </a:lnTo>
                  <a:lnTo>
                    <a:pt x="451920" y="326748"/>
                  </a:lnTo>
                  <a:lnTo>
                    <a:pt x="465625" y="282599"/>
                  </a:lnTo>
                  <a:lnTo>
                    <a:pt x="470404" y="235197"/>
                  </a:lnTo>
                  <a:lnTo>
                    <a:pt x="465625" y="187794"/>
                  </a:lnTo>
                  <a:lnTo>
                    <a:pt x="451920" y="143645"/>
                  </a:lnTo>
                  <a:lnTo>
                    <a:pt x="430235" y="103693"/>
                  </a:lnTo>
                  <a:lnTo>
                    <a:pt x="401515" y="68885"/>
                  </a:lnTo>
                  <a:lnTo>
                    <a:pt x="366706" y="40166"/>
                  </a:lnTo>
                  <a:lnTo>
                    <a:pt x="326754" y="18482"/>
                  </a:lnTo>
                  <a:lnTo>
                    <a:pt x="282606" y="4778"/>
                  </a:lnTo>
                  <a:lnTo>
                    <a:pt x="235207" y="0"/>
                  </a:lnTo>
                  <a:close/>
                </a:path>
              </a:pathLst>
            </a:custGeom>
            <a:solidFill>
              <a:srgbClr val="FFE0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729827" y="6311619"/>
              <a:ext cx="633095" cy="633095"/>
            </a:xfrm>
            <a:custGeom>
              <a:avLst/>
              <a:gdLst/>
              <a:ahLst/>
              <a:cxnLst/>
              <a:rect l="l" t="t" r="r" b="b"/>
              <a:pathLst>
                <a:path w="633095" h="633095">
                  <a:moveTo>
                    <a:pt x="316451" y="0"/>
                  </a:moveTo>
                  <a:lnTo>
                    <a:pt x="269688" y="3431"/>
                  </a:lnTo>
                  <a:lnTo>
                    <a:pt x="225056" y="13398"/>
                  </a:lnTo>
                  <a:lnTo>
                    <a:pt x="183043" y="29412"/>
                  </a:lnTo>
                  <a:lnTo>
                    <a:pt x="144140" y="50982"/>
                  </a:lnTo>
                  <a:lnTo>
                    <a:pt x="108836" y="77620"/>
                  </a:lnTo>
                  <a:lnTo>
                    <a:pt x="77620" y="108836"/>
                  </a:lnTo>
                  <a:lnTo>
                    <a:pt x="50982" y="144140"/>
                  </a:lnTo>
                  <a:lnTo>
                    <a:pt x="29412" y="183043"/>
                  </a:lnTo>
                  <a:lnTo>
                    <a:pt x="13398" y="225056"/>
                  </a:lnTo>
                  <a:lnTo>
                    <a:pt x="3431" y="269688"/>
                  </a:lnTo>
                  <a:lnTo>
                    <a:pt x="0" y="316451"/>
                  </a:lnTo>
                  <a:lnTo>
                    <a:pt x="3431" y="363213"/>
                  </a:lnTo>
                  <a:lnTo>
                    <a:pt x="13398" y="407845"/>
                  </a:lnTo>
                  <a:lnTo>
                    <a:pt x="29412" y="449858"/>
                  </a:lnTo>
                  <a:lnTo>
                    <a:pt x="50982" y="488761"/>
                  </a:lnTo>
                  <a:lnTo>
                    <a:pt x="77620" y="524065"/>
                  </a:lnTo>
                  <a:lnTo>
                    <a:pt x="108836" y="555281"/>
                  </a:lnTo>
                  <a:lnTo>
                    <a:pt x="144140" y="581919"/>
                  </a:lnTo>
                  <a:lnTo>
                    <a:pt x="183043" y="603490"/>
                  </a:lnTo>
                  <a:lnTo>
                    <a:pt x="225056" y="619503"/>
                  </a:lnTo>
                  <a:lnTo>
                    <a:pt x="269688" y="629471"/>
                  </a:lnTo>
                  <a:lnTo>
                    <a:pt x="316451" y="632902"/>
                  </a:lnTo>
                  <a:lnTo>
                    <a:pt x="363213" y="629471"/>
                  </a:lnTo>
                  <a:lnTo>
                    <a:pt x="407845" y="619503"/>
                  </a:lnTo>
                  <a:lnTo>
                    <a:pt x="449858" y="603490"/>
                  </a:lnTo>
                  <a:lnTo>
                    <a:pt x="488761" y="581919"/>
                  </a:lnTo>
                  <a:lnTo>
                    <a:pt x="524065" y="555281"/>
                  </a:lnTo>
                  <a:lnTo>
                    <a:pt x="555281" y="524065"/>
                  </a:lnTo>
                  <a:lnTo>
                    <a:pt x="581919" y="488761"/>
                  </a:lnTo>
                  <a:lnTo>
                    <a:pt x="603490" y="449858"/>
                  </a:lnTo>
                  <a:lnTo>
                    <a:pt x="619503" y="407845"/>
                  </a:lnTo>
                  <a:lnTo>
                    <a:pt x="629471" y="363213"/>
                  </a:lnTo>
                  <a:lnTo>
                    <a:pt x="632902" y="316451"/>
                  </a:lnTo>
                  <a:lnTo>
                    <a:pt x="629471" y="269688"/>
                  </a:lnTo>
                  <a:lnTo>
                    <a:pt x="619503" y="225056"/>
                  </a:lnTo>
                  <a:lnTo>
                    <a:pt x="603490" y="183043"/>
                  </a:lnTo>
                  <a:lnTo>
                    <a:pt x="581919" y="144140"/>
                  </a:lnTo>
                  <a:lnTo>
                    <a:pt x="555281" y="108836"/>
                  </a:lnTo>
                  <a:lnTo>
                    <a:pt x="524065" y="77620"/>
                  </a:lnTo>
                  <a:lnTo>
                    <a:pt x="488761" y="50982"/>
                  </a:lnTo>
                  <a:lnTo>
                    <a:pt x="449858" y="29412"/>
                  </a:lnTo>
                  <a:lnTo>
                    <a:pt x="407845" y="13398"/>
                  </a:lnTo>
                  <a:lnTo>
                    <a:pt x="363213" y="3431"/>
                  </a:lnTo>
                  <a:lnTo>
                    <a:pt x="316451" y="0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772589" y="6354382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73688" y="0"/>
                  </a:moveTo>
                  <a:lnTo>
                    <a:pt x="224491" y="4409"/>
                  </a:lnTo>
                  <a:lnTo>
                    <a:pt x="178187" y="17122"/>
                  </a:lnTo>
                  <a:lnTo>
                    <a:pt x="135550" y="37365"/>
                  </a:lnTo>
                  <a:lnTo>
                    <a:pt x="97352" y="64366"/>
                  </a:lnTo>
                  <a:lnTo>
                    <a:pt x="64366" y="97352"/>
                  </a:lnTo>
                  <a:lnTo>
                    <a:pt x="37365" y="135550"/>
                  </a:lnTo>
                  <a:lnTo>
                    <a:pt x="17122" y="178187"/>
                  </a:lnTo>
                  <a:lnTo>
                    <a:pt x="4409" y="224491"/>
                  </a:lnTo>
                  <a:lnTo>
                    <a:pt x="0" y="273688"/>
                  </a:lnTo>
                  <a:lnTo>
                    <a:pt x="4409" y="322884"/>
                  </a:lnTo>
                  <a:lnTo>
                    <a:pt x="17122" y="369188"/>
                  </a:lnTo>
                  <a:lnTo>
                    <a:pt x="37365" y="411825"/>
                  </a:lnTo>
                  <a:lnTo>
                    <a:pt x="64366" y="450023"/>
                  </a:lnTo>
                  <a:lnTo>
                    <a:pt x="97352" y="483009"/>
                  </a:lnTo>
                  <a:lnTo>
                    <a:pt x="135550" y="510010"/>
                  </a:lnTo>
                  <a:lnTo>
                    <a:pt x="178187" y="530253"/>
                  </a:lnTo>
                  <a:lnTo>
                    <a:pt x="224491" y="542966"/>
                  </a:lnTo>
                  <a:lnTo>
                    <a:pt x="273688" y="547376"/>
                  </a:lnTo>
                  <a:lnTo>
                    <a:pt x="322884" y="542966"/>
                  </a:lnTo>
                  <a:lnTo>
                    <a:pt x="369188" y="530253"/>
                  </a:lnTo>
                  <a:lnTo>
                    <a:pt x="411825" y="510010"/>
                  </a:lnTo>
                  <a:lnTo>
                    <a:pt x="450023" y="483009"/>
                  </a:lnTo>
                  <a:lnTo>
                    <a:pt x="483009" y="450023"/>
                  </a:lnTo>
                  <a:lnTo>
                    <a:pt x="510010" y="411825"/>
                  </a:lnTo>
                  <a:lnTo>
                    <a:pt x="530253" y="369188"/>
                  </a:lnTo>
                  <a:lnTo>
                    <a:pt x="542966" y="322884"/>
                  </a:lnTo>
                  <a:lnTo>
                    <a:pt x="547376" y="273688"/>
                  </a:lnTo>
                  <a:lnTo>
                    <a:pt x="542966" y="224491"/>
                  </a:lnTo>
                  <a:lnTo>
                    <a:pt x="530253" y="178187"/>
                  </a:lnTo>
                  <a:lnTo>
                    <a:pt x="510010" y="135550"/>
                  </a:lnTo>
                  <a:lnTo>
                    <a:pt x="483009" y="97352"/>
                  </a:lnTo>
                  <a:lnTo>
                    <a:pt x="450023" y="64366"/>
                  </a:lnTo>
                  <a:lnTo>
                    <a:pt x="411825" y="37365"/>
                  </a:lnTo>
                  <a:lnTo>
                    <a:pt x="369188" y="17122"/>
                  </a:lnTo>
                  <a:lnTo>
                    <a:pt x="322884" y="4409"/>
                  </a:lnTo>
                  <a:lnTo>
                    <a:pt x="273688" y="0"/>
                  </a:lnTo>
                  <a:close/>
                </a:path>
              </a:pathLst>
            </a:custGeom>
            <a:solidFill>
              <a:srgbClr val="FCC6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830318" y="6364008"/>
              <a:ext cx="470534" cy="470534"/>
            </a:xfrm>
            <a:custGeom>
              <a:avLst/>
              <a:gdLst/>
              <a:ahLst/>
              <a:cxnLst/>
              <a:rect l="l" t="t" r="r" b="b"/>
              <a:pathLst>
                <a:path w="470534" h="470534">
                  <a:moveTo>
                    <a:pt x="235197" y="0"/>
                  </a:moveTo>
                  <a:lnTo>
                    <a:pt x="187797" y="4778"/>
                  </a:lnTo>
                  <a:lnTo>
                    <a:pt x="143649" y="18482"/>
                  </a:lnTo>
                  <a:lnTo>
                    <a:pt x="103698" y="40166"/>
                  </a:lnTo>
                  <a:lnTo>
                    <a:pt x="68889" y="68885"/>
                  </a:lnTo>
                  <a:lnTo>
                    <a:pt x="40169" y="103693"/>
                  </a:lnTo>
                  <a:lnTo>
                    <a:pt x="18483" y="143645"/>
                  </a:lnTo>
                  <a:lnTo>
                    <a:pt x="4778" y="187794"/>
                  </a:lnTo>
                  <a:lnTo>
                    <a:pt x="0" y="235197"/>
                  </a:lnTo>
                  <a:lnTo>
                    <a:pt x="4778" y="282599"/>
                  </a:lnTo>
                  <a:lnTo>
                    <a:pt x="18483" y="326748"/>
                  </a:lnTo>
                  <a:lnTo>
                    <a:pt x="40169" y="366700"/>
                  </a:lnTo>
                  <a:lnTo>
                    <a:pt x="68889" y="401508"/>
                  </a:lnTo>
                  <a:lnTo>
                    <a:pt x="103698" y="430227"/>
                  </a:lnTo>
                  <a:lnTo>
                    <a:pt x="143649" y="451911"/>
                  </a:lnTo>
                  <a:lnTo>
                    <a:pt x="187797" y="465615"/>
                  </a:lnTo>
                  <a:lnTo>
                    <a:pt x="235197" y="470394"/>
                  </a:lnTo>
                  <a:lnTo>
                    <a:pt x="282599" y="465615"/>
                  </a:lnTo>
                  <a:lnTo>
                    <a:pt x="326750" y="451911"/>
                  </a:lnTo>
                  <a:lnTo>
                    <a:pt x="366703" y="430227"/>
                  </a:lnTo>
                  <a:lnTo>
                    <a:pt x="401513" y="401508"/>
                  </a:lnTo>
                  <a:lnTo>
                    <a:pt x="430234" y="366700"/>
                  </a:lnTo>
                  <a:lnTo>
                    <a:pt x="451920" y="326748"/>
                  </a:lnTo>
                  <a:lnTo>
                    <a:pt x="465625" y="282599"/>
                  </a:lnTo>
                  <a:lnTo>
                    <a:pt x="470404" y="235197"/>
                  </a:lnTo>
                  <a:lnTo>
                    <a:pt x="465625" y="187794"/>
                  </a:lnTo>
                  <a:lnTo>
                    <a:pt x="451920" y="143645"/>
                  </a:lnTo>
                  <a:lnTo>
                    <a:pt x="430234" y="103693"/>
                  </a:lnTo>
                  <a:lnTo>
                    <a:pt x="401513" y="68885"/>
                  </a:lnTo>
                  <a:lnTo>
                    <a:pt x="366703" y="40166"/>
                  </a:lnTo>
                  <a:lnTo>
                    <a:pt x="326750" y="18482"/>
                  </a:lnTo>
                  <a:lnTo>
                    <a:pt x="282599" y="4778"/>
                  </a:lnTo>
                  <a:lnTo>
                    <a:pt x="235197" y="0"/>
                  </a:lnTo>
                  <a:close/>
                </a:path>
              </a:pathLst>
            </a:custGeom>
            <a:solidFill>
              <a:srgbClr val="FFE0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6277501" y="6311619"/>
              <a:ext cx="633095" cy="633095"/>
            </a:xfrm>
            <a:custGeom>
              <a:avLst/>
              <a:gdLst/>
              <a:ahLst/>
              <a:cxnLst/>
              <a:rect l="l" t="t" r="r" b="b"/>
              <a:pathLst>
                <a:path w="633094" h="633095">
                  <a:moveTo>
                    <a:pt x="316451" y="0"/>
                  </a:moveTo>
                  <a:lnTo>
                    <a:pt x="269688" y="3431"/>
                  </a:lnTo>
                  <a:lnTo>
                    <a:pt x="225056" y="13398"/>
                  </a:lnTo>
                  <a:lnTo>
                    <a:pt x="183043" y="29412"/>
                  </a:lnTo>
                  <a:lnTo>
                    <a:pt x="144140" y="50982"/>
                  </a:lnTo>
                  <a:lnTo>
                    <a:pt x="108836" y="77620"/>
                  </a:lnTo>
                  <a:lnTo>
                    <a:pt x="77620" y="108836"/>
                  </a:lnTo>
                  <a:lnTo>
                    <a:pt x="50982" y="144140"/>
                  </a:lnTo>
                  <a:lnTo>
                    <a:pt x="29412" y="183043"/>
                  </a:lnTo>
                  <a:lnTo>
                    <a:pt x="13398" y="225056"/>
                  </a:lnTo>
                  <a:lnTo>
                    <a:pt x="3431" y="269688"/>
                  </a:lnTo>
                  <a:lnTo>
                    <a:pt x="0" y="316451"/>
                  </a:lnTo>
                  <a:lnTo>
                    <a:pt x="3431" y="363213"/>
                  </a:lnTo>
                  <a:lnTo>
                    <a:pt x="13398" y="407845"/>
                  </a:lnTo>
                  <a:lnTo>
                    <a:pt x="29412" y="449858"/>
                  </a:lnTo>
                  <a:lnTo>
                    <a:pt x="50982" y="488761"/>
                  </a:lnTo>
                  <a:lnTo>
                    <a:pt x="77620" y="524065"/>
                  </a:lnTo>
                  <a:lnTo>
                    <a:pt x="108836" y="555281"/>
                  </a:lnTo>
                  <a:lnTo>
                    <a:pt x="144140" y="581919"/>
                  </a:lnTo>
                  <a:lnTo>
                    <a:pt x="183043" y="603490"/>
                  </a:lnTo>
                  <a:lnTo>
                    <a:pt x="225056" y="619503"/>
                  </a:lnTo>
                  <a:lnTo>
                    <a:pt x="269688" y="629471"/>
                  </a:lnTo>
                  <a:lnTo>
                    <a:pt x="316451" y="632902"/>
                  </a:lnTo>
                  <a:lnTo>
                    <a:pt x="363213" y="629471"/>
                  </a:lnTo>
                  <a:lnTo>
                    <a:pt x="407845" y="619503"/>
                  </a:lnTo>
                  <a:lnTo>
                    <a:pt x="449858" y="603490"/>
                  </a:lnTo>
                  <a:lnTo>
                    <a:pt x="488761" y="581919"/>
                  </a:lnTo>
                  <a:lnTo>
                    <a:pt x="524065" y="555281"/>
                  </a:lnTo>
                  <a:lnTo>
                    <a:pt x="555281" y="524065"/>
                  </a:lnTo>
                  <a:lnTo>
                    <a:pt x="581919" y="488761"/>
                  </a:lnTo>
                  <a:lnTo>
                    <a:pt x="603490" y="449858"/>
                  </a:lnTo>
                  <a:lnTo>
                    <a:pt x="619503" y="407845"/>
                  </a:lnTo>
                  <a:lnTo>
                    <a:pt x="629471" y="363213"/>
                  </a:lnTo>
                  <a:lnTo>
                    <a:pt x="632902" y="316451"/>
                  </a:lnTo>
                  <a:lnTo>
                    <a:pt x="629471" y="269688"/>
                  </a:lnTo>
                  <a:lnTo>
                    <a:pt x="619503" y="225056"/>
                  </a:lnTo>
                  <a:lnTo>
                    <a:pt x="603490" y="183043"/>
                  </a:lnTo>
                  <a:lnTo>
                    <a:pt x="581919" y="144140"/>
                  </a:lnTo>
                  <a:lnTo>
                    <a:pt x="555281" y="108836"/>
                  </a:lnTo>
                  <a:lnTo>
                    <a:pt x="524065" y="77620"/>
                  </a:lnTo>
                  <a:lnTo>
                    <a:pt x="488761" y="50982"/>
                  </a:lnTo>
                  <a:lnTo>
                    <a:pt x="449858" y="29412"/>
                  </a:lnTo>
                  <a:lnTo>
                    <a:pt x="407845" y="13398"/>
                  </a:lnTo>
                  <a:lnTo>
                    <a:pt x="363213" y="3431"/>
                  </a:lnTo>
                  <a:lnTo>
                    <a:pt x="316451" y="0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6320261" y="6354382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70">
                  <a:moveTo>
                    <a:pt x="273688" y="0"/>
                  </a:moveTo>
                  <a:lnTo>
                    <a:pt x="224491" y="4409"/>
                  </a:lnTo>
                  <a:lnTo>
                    <a:pt x="178187" y="17122"/>
                  </a:lnTo>
                  <a:lnTo>
                    <a:pt x="135550" y="37365"/>
                  </a:lnTo>
                  <a:lnTo>
                    <a:pt x="97352" y="64366"/>
                  </a:lnTo>
                  <a:lnTo>
                    <a:pt x="64366" y="97352"/>
                  </a:lnTo>
                  <a:lnTo>
                    <a:pt x="37365" y="135550"/>
                  </a:lnTo>
                  <a:lnTo>
                    <a:pt x="17122" y="178187"/>
                  </a:lnTo>
                  <a:lnTo>
                    <a:pt x="4409" y="224491"/>
                  </a:lnTo>
                  <a:lnTo>
                    <a:pt x="0" y="273688"/>
                  </a:lnTo>
                  <a:lnTo>
                    <a:pt x="4409" y="322884"/>
                  </a:lnTo>
                  <a:lnTo>
                    <a:pt x="17122" y="369188"/>
                  </a:lnTo>
                  <a:lnTo>
                    <a:pt x="37365" y="411825"/>
                  </a:lnTo>
                  <a:lnTo>
                    <a:pt x="64366" y="450023"/>
                  </a:lnTo>
                  <a:lnTo>
                    <a:pt x="97352" y="483009"/>
                  </a:lnTo>
                  <a:lnTo>
                    <a:pt x="135550" y="510010"/>
                  </a:lnTo>
                  <a:lnTo>
                    <a:pt x="178187" y="530253"/>
                  </a:lnTo>
                  <a:lnTo>
                    <a:pt x="224491" y="542966"/>
                  </a:lnTo>
                  <a:lnTo>
                    <a:pt x="273688" y="547376"/>
                  </a:lnTo>
                  <a:lnTo>
                    <a:pt x="322884" y="542966"/>
                  </a:lnTo>
                  <a:lnTo>
                    <a:pt x="369188" y="530253"/>
                  </a:lnTo>
                  <a:lnTo>
                    <a:pt x="411825" y="510010"/>
                  </a:lnTo>
                  <a:lnTo>
                    <a:pt x="450023" y="483009"/>
                  </a:lnTo>
                  <a:lnTo>
                    <a:pt x="483009" y="450023"/>
                  </a:lnTo>
                  <a:lnTo>
                    <a:pt x="510010" y="411825"/>
                  </a:lnTo>
                  <a:lnTo>
                    <a:pt x="530253" y="369188"/>
                  </a:lnTo>
                  <a:lnTo>
                    <a:pt x="542966" y="322884"/>
                  </a:lnTo>
                  <a:lnTo>
                    <a:pt x="547376" y="273688"/>
                  </a:lnTo>
                  <a:lnTo>
                    <a:pt x="542966" y="224491"/>
                  </a:lnTo>
                  <a:lnTo>
                    <a:pt x="530253" y="178187"/>
                  </a:lnTo>
                  <a:lnTo>
                    <a:pt x="510010" y="135550"/>
                  </a:lnTo>
                  <a:lnTo>
                    <a:pt x="483009" y="97352"/>
                  </a:lnTo>
                  <a:lnTo>
                    <a:pt x="450023" y="64366"/>
                  </a:lnTo>
                  <a:lnTo>
                    <a:pt x="411825" y="37365"/>
                  </a:lnTo>
                  <a:lnTo>
                    <a:pt x="369188" y="17122"/>
                  </a:lnTo>
                  <a:lnTo>
                    <a:pt x="322884" y="4409"/>
                  </a:lnTo>
                  <a:lnTo>
                    <a:pt x="273688" y="0"/>
                  </a:lnTo>
                  <a:close/>
                </a:path>
              </a:pathLst>
            </a:custGeom>
            <a:solidFill>
              <a:srgbClr val="FCC6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6377991" y="6364008"/>
              <a:ext cx="470534" cy="470534"/>
            </a:xfrm>
            <a:custGeom>
              <a:avLst/>
              <a:gdLst/>
              <a:ahLst/>
              <a:cxnLst/>
              <a:rect l="l" t="t" r="r" b="b"/>
              <a:pathLst>
                <a:path w="470534" h="470534">
                  <a:moveTo>
                    <a:pt x="235197" y="0"/>
                  </a:moveTo>
                  <a:lnTo>
                    <a:pt x="187797" y="4778"/>
                  </a:lnTo>
                  <a:lnTo>
                    <a:pt x="143649" y="18482"/>
                  </a:lnTo>
                  <a:lnTo>
                    <a:pt x="103698" y="40166"/>
                  </a:lnTo>
                  <a:lnTo>
                    <a:pt x="68889" y="68885"/>
                  </a:lnTo>
                  <a:lnTo>
                    <a:pt x="40169" y="103693"/>
                  </a:lnTo>
                  <a:lnTo>
                    <a:pt x="18483" y="143645"/>
                  </a:lnTo>
                  <a:lnTo>
                    <a:pt x="4778" y="187794"/>
                  </a:lnTo>
                  <a:lnTo>
                    <a:pt x="0" y="235197"/>
                  </a:lnTo>
                  <a:lnTo>
                    <a:pt x="4778" y="282599"/>
                  </a:lnTo>
                  <a:lnTo>
                    <a:pt x="18483" y="326748"/>
                  </a:lnTo>
                  <a:lnTo>
                    <a:pt x="40169" y="366700"/>
                  </a:lnTo>
                  <a:lnTo>
                    <a:pt x="68889" y="401508"/>
                  </a:lnTo>
                  <a:lnTo>
                    <a:pt x="103698" y="430227"/>
                  </a:lnTo>
                  <a:lnTo>
                    <a:pt x="143649" y="451911"/>
                  </a:lnTo>
                  <a:lnTo>
                    <a:pt x="187797" y="465615"/>
                  </a:lnTo>
                  <a:lnTo>
                    <a:pt x="235197" y="470394"/>
                  </a:lnTo>
                  <a:lnTo>
                    <a:pt x="282599" y="465615"/>
                  </a:lnTo>
                  <a:lnTo>
                    <a:pt x="326750" y="451911"/>
                  </a:lnTo>
                  <a:lnTo>
                    <a:pt x="366703" y="430227"/>
                  </a:lnTo>
                  <a:lnTo>
                    <a:pt x="401513" y="401508"/>
                  </a:lnTo>
                  <a:lnTo>
                    <a:pt x="430234" y="366700"/>
                  </a:lnTo>
                  <a:lnTo>
                    <a:pt x="451920" y="326748"/>
                  </a:lnTo>
                  <a:lnTo>
                    <a:pt x="465625" y="282599"/>
                  </a:lnTo>
                  <a:lnTo>
                    <a:pt x="470404" y="235197"/>
                  </a:lnTo>
                  <a:lnTo>
                    <a:pt x="465625" y="187794"/>
                  </a:lnTo>
                  <a:lnTo>
                    <a:pt x="451920" y="143645"/>
                  </a:lnTo>
                  <a:lnTo>
                    <a:pt x="430234" y="103693"/>
                  </a:lnTo>
                  <a:lnTo>
                    <a:pt x="401513" y="68885"/>
                  </a:lnTo>
                  <a:lnTo>
                    <a:pt x="366703" y="40166"/>
                  </a:lnTo>
                  <a:lnTo>
                    <a:pt x="326750" y="18482"/>
                  </a:lnTo>
                  <a:lnTo>
                    <a:pt x="282599" y="4778"/>
                  </a:lnTo>
                  <a:lnTo>
                    <a:pt x="235197" y="0"/>
                  </a:lnTo>
                  <a:close/>
                </a:path>
              </a:pathLst>
            </a:custGeom>
            <a:solidFill>
              <a:srgbClr val="FFE0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395447" y="8222587"/>
            <a:ext cx="11313795" cy="690880"/>
          </a:xfrm>
          <a:prstGeom prst="rect">
            <a:avLst/>
          </a:prstGeom>
          <a:solidFill>
            <a:srgbClr val="FCC645"/>
          </a:solidFill>
        </p:spPr>
        <p:txBody>
          <a:bodyPr vert="horz" wrap="square" lIns="0" tIns="120014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944"/>
              </a:spcBef>
            </a:pPr>
            <a:r>
              <a:rPr sz="2650" b="1" dirty="0">
                <a:solidFill>
                  <a:srgbClr val="2D1A46"/>
                </a:solidFill>
                <a:latin typeface="Times New Roman"/>
                <a:cs typeface="Times New Roman"/>
              </a:rPr>
              <a:t>Más</a:t>
            </a:r>
            <a:r>
              <a:rPr sz="2650" b="1" spc="-2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650" b="1" dirty="0">
                <a:solidFill>
                  <a:srgbClr val="2D1A46"/>
                </a:solidFill>
                <a:latin typeface="Times New Roman"/>
                <a:cs typeface="Times New Roman"/>
              </a:rPr>
              <a:t>que</a:t>
            </a:r>
            <a:r>
              <a:rPr sz="2650" b="1" spc="-1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650" b="1" dirty="0">
                <a:solidFill>
                  <a:srgbClr val="2D1A46"/>
                </a:solidFill>
                <a:latin typeface="Times New Roman"/>
                <a:cs typeface="Times New Roman"/>
              </a:rPr>
              <a:t>un</a:t>
            </a:r>
            <a:r>
              <a:rPr sz="2650" b="1" spc="-2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650" b="1" dirty="0">
                <a:solidFill>
                  <a:srgbClr val="2D1A46"/>
                </a:solidFill>
                <a:latin typeface="Times New Roman"/>
                <a:cs typeface="Times New Roman"/>
              </a:rPr>
              <a:t>simple</a:t>
            </a:r>
            <a:r>
              <a:rPr sz="2650" b="1" spc="-1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650" b="1" spc="-20" dirty="0">
                <a:solidFill>
                  <a:srgbClr val="2D1A46"/>
                </a:solidFill>
                <a:latin typeface="Times New Roman"/>
                <a:cs typeface="Times New Roman"/>
              </a:rPr>
              <a:t>proveedor,</a:t>
            </a:r>
            <a:r>
              <a:rPr sz="2650" b="1" spc="-1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650" b="1" dirty="0">
                <a:solidFill>
                  <a:srgbClr val="2D1A46"/>
                </a:solidFill>
                <a:latin typeface="Times New Roman"/>
                <a:cs typeface="Times New Roman"/>
              </a:rPr>
              <a:t>queremos</a:t>
            </a:r>
            <a:r>
              <a:rPr sz="2650" b="1" spc="-2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650" b="1" dirty="0">
                <a:solidFill>
                  <a:srgbClr val="2D1A46"/>
                </a:solidFill>
                <a:latin typeface="Times New Roman"/>
                <a:cs typeface="Times New Roman"/>
              </a:rPr>
              <a:t>ser</a:t>
            </a:r>
            <a:r>
              <a:rPr sz="2650" b="1" spc="-6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650" b="1" dirty="0">
                <a:solidFill>
                  <a:srgbClr val="2D1A46"/>
                </a:solidFill>
                <a:latin typeface="Times New Roman"/>
                <a:cs typeface="Times New Roman"/>
              </a:rPr>
              <a:t>un</a:t>
            </a:r>
            <a:r>
              <a:rPr sz="2650" b="1" spc="-2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650" b="1" dirty="0">
                <a:solidFill>
                  <a:srgbClr val="2D1A46"/>
                </a:solidFill>
                <a:latin typeface="Times New Roman"/>
                <a:cs typeface="Times New Roman"/>
              </a:rPr>
              <a:t>miembro</a:t>
            </a:r>
            <a:r>
              <a:rPr sz="2650" b="1" spc="-1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650" b="1" dirty="0">
                <a:solidFill>
                  <a:srgbClr val="2D1A46"/>
                </a:solidFill>
                <a:latin typeface="Times New Roman"/>
                <a:cs typeface="Times New Roman"/>
              </a:rPr>
              <a:t>más</a:t>
            </a:r>
            <a:r>
              <a:rPr sz="2650" b="1" spc="-2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650" b="1" dirty="0">
                <a:solidFill>
                  <a:srgbClr val="2D1A46"/>
                </a:solidFill>
                <a:latin typeface="Times New Roman"/>
                <a:cs typeface="Times New Roman"/>
              </a:rPr>
              <a:t>de</a:t>
            </a:r>
            <a:r>
              <a:rPr sz="2650" b="1" spc="-15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650" b="1" dirty="0">
                <a:solidFill>
                  <a:srgbClr val="2D1A46"/>
                </a:solidFill>
                <a:latin typeface="Times New Roman"/>
                <a:cs typeface="Times New Roman"/>
              </a:rPr>
              <a:t>tu</a:t>
            </a:r>
            <a:r>
              <a:rPr sz="2650" b="1" spc="-2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650" b="1" spc="-10" dirty="0">
                <a:solidFill>
                  <a:srgbClr val="2D1A46"/>
                </a:solidFill>
                <a:latin typeface="Times New Roman"/>
                <a:cs typeface="Times New Roman"/>
              </a:rPr>
              <a:t>equipo</a:t>
            </a:r>
            <a:endParaRPr sz="2650">
              <a:latin typeface="Times New Roman"/>
              <a:cs typeface="Times New Roman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C1B2B9A-761E-1350-B92B-BBE9124E4550}"/>
              </a:ext>
            </a:extLst>
          </p:cNvPr>
          <p:cNvGrpSpPr/>
          <p:nvPr/>
        </p:nvGrpSpPr>
        <p:grpSpPr>
          <a:xfrm>
            <a:off x="9198544" y="10023424"/>
            <a:ext cx="2016128" cy="1159533"/>
            <a:chOff x="9198544" y="10023424"/>
            <a:chExt cx="2016128" cy="115953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050A44C-263F-E526-D3EF-9CACFAE499E4}"/>
                </a:ext>
              </a:extLst>
            </p:cNvPr>
            <p:cNvSpPr txBox="1"/>
            <p:nvPr/>
          </p:nvSpPr>
          <p:spPr>
            <a:xfrm>
              <a:off x="9198544" y="10721292"/>
              <a:ext cx="201612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2400" dirty="0">
                  <a:solidFill>
                    <a:srgbClr val="2D1A46"/>
                  </a:solidFill>
                  <a:latin typeface="Mongolian Baiti"/>
                  <a:cs typeface="Mongolian Baiti"/>
                </a:rPr>
                <a:t>BeFin™</a:t>
              </a:r>
              <a:endParaRPr lang="en-ES" sz="2400" dirty="0"/>
            </a:p>
          </p:txBody>
        </p:sp>
        <p:grpSp>
          <p:nvGrpSpPr>
            <p:cNvPr id="41" name="object 6">
              <a:extLst>
                <a:ext uri="{FF2B5EF4-FFF2-40B4-BE49-F238E27FC236}">
                  <a16:creationId xmlns:a16="http://schemas.microsoft.com/office/drawing/2014/main" id="{F37FAFEB-4026-E183-567E-68FA2AA75413}"/>
                </a:ext>
              </a:extLst>
            </p:cNvPr>
            <p:cNvGrpSpPr/>
            <p:nvPr/>
          </p:nvGrpSpPr>
          <p:grpSpPr>
            <a:xfrm>
              <a:off x="9956100" y="10023424"/>
              <a:ext cx="501015" cy="697868"/>
              <a:chOff x="9694612" y="766700"/>
              <a:chExt cx="716915" cy="986790"/>
            </a:xfrm>
          </p:grpSpPr>
          <p:pic>
            <p:nvPicPr>
              <p:cNvPr id="42" name="object 7">
                <a:extLst>
                  <a:ext uri="{FF2B5EF4-FFF2-40B4-BE49-F238E27FC236}">
                    <a16:creationId xmlns:a16="http://schemas.microsoft.com/office/drawing/2014/main" id="{B6DFB111-D0CC-389B-9795-4577A622EC68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9931758" y="945506"/>
                <a:ext cx="240579" cy="79665"/>
              </a:xfrm>
              <a:prstGeom prst="rect">
                <a:avLst/>
              </a:prstGeom>
            </p:spPr>
          </p:pic>
          <p:sp>
            <p:nvSpPr>
              <p:cNvPr id="43" name="object 8">
                <a:extLst>
                  <a:ext uri="{FF2B5EF4-FFF2-40B4-BE49-F238E27FC236}">
                    <a16:creationId xmlns:a16="http://schemas.microsoft.com/office/drawing/2014/main" id="{37E58861-36AF-7FC0-40BC-9CB14CE18F62}"/>
                  </a:ext>
                </a:extLst>
              </p:cNvPr>
              <p:cNvSpPr/>
              <p:nvPr/>
            </p:nvSpPr>
            <p:spPr>
              <a:xfrm>
                <a:off x="9694609" y="766704"/>
                <a:ext cx="716915" cy="986790"/>
              </a:xfrm>
              <a:custGeom>
                <a:avLst/>
                <a:gdLst/>
                <a:ahLst/>
                <a:cxnLst/>
                <a:rect l="l" t="t" r="r" b="b"/>
                <a:pathLst>
                  <a:path w="716915" h="986789">
                    <a:moveTo>
                      <a:pt x="211074" y="43116"/>
                    </a:moveTo>
                    <a:lnTo>
                      <a:pt x="209130" y="33489"/>
                    </a:lnTo>
                    <a:lnTo>
                      <a:pt x="203822" y="25628"/>
                    </a:lnTo>
                    <a:lnTo>
                      <a:pt x="195973" y="20332"/>
                    </a:lnTo>
                    <a:lnTo>
                      <a:pt x="186347" y="18389"/>
                    </a:lnTo>
                    <a:lnTo>
                      <a:pt x="176720" y="20332"/>
                    </a:lnTo>
                    <a:lnTo>
                      <a:pt x="168871" y="25628"/>
                    </a:lnTo>
                    <a:lnTo>
                      <a:pt x="163563" y="33489"/>
                    </a:lnTo>
                    <a:lnTo>
                      <a:pt x="161620" y="43116"/>
                    </a:lnTo>
                    <a:lnTo>
                      <a:pt x="163563" y="52730"/>
                    </a:lnTo>
                    <a:lnTo>
                      <a:pt x="168871" y="60591"/>
                    </a:lnTo>
                    <a:lnTo>
                      <a:pt x="176720" y="65887"/>
                    </a:lnTo>
                    <a:lnTo>
                      <a:pt x="186347" y="67830"/>
                    </a:lnTo>
                    <a:lnTo>
                      <a:pt x="195973" y="65887"/>
                    </a:lnTo>
                    <a:lnTo>
                      <a:pt x="203822" y="60591"/>
                    </a:lnTo>
                    <a:lnTo>
                      <a:pt x="209130" y="52730"/>
                    </a:lnTo>
                    <a:lnTo>
                      <a:pt x="211074" y="43116"/>
                    </a:lnTo>
                    <a:close/>
                  </a:path>
                  <a:path w="716915" h="986789">
                    <a:moveTo>
                      <a:pt x="383235" y="24726"/>
                    </a:moveTo>
                    <a:lnTo>
                      <a:pt x="381292" y="15100"/>
                    </a:lnTo>
                    <a:lnTo>
                      <a:pt x="375996" y="7239"/>
                    </a:lnTo>
                    <a:lnTo>
                      <a:pt x="368134" y="1943"/>
                    </a:lnTo>
                    <a:lnTo>
                      <a:pt x="358508" y="0"/>
                    </a:lnTo>
                    <a:lnTo>
                      <a:pt x="348894" y="1943"/>
                    </a:lnTo>
                    <a:lnTo>
                      <a:pt x="341033" y="7239"/>
                    </a:lnTo>
                    <a:lnTo>
                      <a:pt x="335737" y="15100"/>
                    </a:lnTo>
                    <a:lnTo>
                      <a:pt x="333794" y="24726"/>
                    </a:lnTo>
                    <a:lnTo>
                      <a:pt x="335737" y="34340"/>
                    </a:lnTo>
                    <a:lnTo>
                      <a:pt x="341033" y="42202"/>
                    </a:lnTo>
                    <a:lnTo>
                      <a:pt x="348894" y="47498"/>
                    </a:lnTo>
                    <a:lnTo>
                      <a:pt x="358508" y="49441"/>
                    </a:lnTo>
                    <a:lnTo>
                      <a:pt x="368134" y="47498"/>
                    </a:lnTo>
                    <a:lnTo>
                      <a:pt x="375996" y="42202"/>
                    </a:lnTo>
                    <a:lnTo>
                      <a:pt x="381292" y="34340"/>
                    </a:lnTo>
                    <a:lnTo>
                      <a:pt x="383235" y="24726"/>
                    </a:lnTo>
                    <a:close/>
                  </a:path>
                  <a:path w="716915" h="986789">
                    <a:moveTo>
                      <a:pt x="521119" y="87757"/>
                    </a:moveTo>
                    <a:lnTo>
                      <a:pt x="512000" y="85051"/>
                    </a:lnTo>
                    <a:lnTo>
                      <a:pt x="506552" y="82245"/>
                    </a:lnTo>
                    <a:lnTo>
                      <a:pt x="502589" y="77647"/>
                    </a:lnTo>
                    <a:lnTo>
                      <a:pt x="497941" y="69532"/>
                    </a:lnTo>
                    <a:lnTo>
                      <a:pt x="467982" y="94754"/>
                    </a:lnTo>
                    <a:lnTo>
                      <a:pt x="445846" y="102298"/>
                    </a:lnTo>
                    <a:lnTo>
                      <a:pt x="420598" y="91389"/>
                    </a:lnTo>
                    <a:lnTo>
                      <a:pt x="381304" y="61252"/>
                    </a:lnTo>
                    <a:lnTo>
                      <a:pt x="369951" y="72059"/>
                    </a:lnTo>
                    <a:lnTo>
                      <a:pt x="361226" y="75666"/>
                    </a:lnTo>
                    <a:lnTo>
                      <a:pt x="350697" y="72059"/>
                    </a:lnTo>
                    <a:lnTo>
                      <a:pt x="333933" y="61252"/>
                    </a:lnTo>
                    <a:lnTo>
                      <a:pt x="305663" y="90652"/>
                    </a:lnTo>
                    <a:lnTo>
                      <a:pt x="284226" y="101346"/>
                    </a:lnTo>
                    <a:lnTo>
                      <a:pt x="258826" y="94145"/>
                    </a:lnTo>
                    <a:lnTo>
                      <a:pt x="218630" y="69862"/>
                    </a:lnTo>
                    <a:lnTo>
                      <a:pt x="214718" y="77012"/>
                    </a:lnTo>
                    <a:lnTo>
                      <a:pt x="210972" y="81127"/>
                    </a:lnTo>
                    <a:lnTo>
                      <a:pt x="205168" y="83756"/>
                    </a:lnTo>
                    <a:lnTo>
                      <a:pt x="195097" y="86436"/>
                    </a:lnTo>
                    <a:lnTo>
                      <a:pt x="237185" y="185166"/>
                    </a:lnTo>
                    <a:lnTo>
                      <a:pt x="317538" y="170065"/>
                    </a:lnTo>
                    <a:lnTo>
                      <a:pt x="369379" y="165036"/>
                    </a:lnTo>
                    <a:lnTo>
                      <a:pt x="415264" y="170065"/>
                    </a:lnTo>
                    <a:lnTo>
                      <a:pt x="477723" y="185166"/>
                    </a:lnTo>
                    <a:lnTo>
                      <a:pt x="521119" y="87757"/>
                    </a:lnTo>
                    <a:close/>
                  </a:path>
                  <a:path w="716915" h="986789">
                    <a:moveTo>
                      <a:pt x="554697" y="43116"/>
                    </a:moveTo>
                    <a:lnTo>
                      <a:pt x="552754" y="33489"/>
                    </a:lnTo>
                    <a:lnTo>
                      <a:pt x="547458" y="25628"/>
                    </a:lnTo>
                    <a:lnTo>
                      <a:pt x="539597" y="20332"/>
                    </a:lnTo>
                    <a:lnTo>
                      <a:pt x="529971" y="18389"/>
                    </a:lnTo>
                    <a:lnTo>
                      <a:pt x="520344" y="20332"/>
                    </a:lnTo>
                    <a:lnTo>
                      <a:pt x="512495" y="25628"/>
                    </a:lnTo>
                    <a:lnTo>
                      <a:pt x="507187" y="33489"/>
                    </a:lnTo>
                    <a:lnTo>
                      <a:pt x="505256" y="43116"/>
                    </a:lnTo>
                    <a:lnTo>
                      <a:pt x="507187" y="52730"/>
                    </a:lnTo>
                    <a:lnTo>
                      <a:pt x="512495" y="60591"/>
                    </a:lnTo>
                    <a:lnTo>
                      <a:pt x="520344" y="65887"/>
                    </a:lnTo>
                    <a:lnTo>
                      <a:pt x="529971" y="67830"/>
                    </a:lnTo>
                    <a:lnTo>
                      <a:pt x="539597" y="65887"/>
                    </a:lnTo>
                    <a:lnTo>
                      <a:pt x="547458" y="60591"/>
                    </a:lnTo>
                    <a:lnTo>
                      <a:pt x="552754" y="52730"/>
                    </a:lnTo>
                    <a:lnTo>
                      <a:pt x="554697" y="43116"/>
                    </a:lnTo>
                    <a:close/>
                  </a:path>
                  <a:path w="716915" h="986789">
                    <a:moveTo>
                      <a:pt x="716851" y="344119"/>
                    </a:moveTo>
                    <a:lnTo>
                      <a:pt x="716229" y="340309"/>
                    </a:lnTo>
                    <a:lnTo>
                      <a:pt x="713447" y="336499"/>
                    </a:lnTo>
                    <a:lnTo>
                      <a:pt x="700100" y="313639"/>
                    </a:lnTo>
                    <a:lnTo>
                      <a:pt x="692683" y="300939"/>
                    </a:lnTo>
                    <a:lnTo>
                      <a:pt x="671195" y="264109"/>
                    </a:lnTo>
                    <a:lnTo>
                      <a:pt x="666826" y="261569"/>
                    </a:lnTo>
                    <a:lnTo>
                      <a:pt x="662927" y="262839"/>
                    </a:lnTo>
                    <a:lnTo>
                      <a:pt x="620636" y="262839"/>
                    </a:lnTo>
                    <a:lnTo>
                      <a:pt x="620636" y="360629"/>
                    </a:lnTo>
                    <a:lnTo>
                      <a:pt x="619391" y="370789"/>
                    </a:lnTo>
                    <a:lnTo>
                      <a:pt x="616902" y="378409"/>
                    </a:lnTo>
                    <a:lnTo>
                      <a:pt x="613968" y="384759"/>
                    </a:lnTo>
                    <a:lnTo>
                      <a:pt x="611416" y="388569"/>
                    </a:lnTo>
                    <a:lnTo>
                      <a:pt x="610616" y="388569"/>
                    </a:lnTo>
                    <a:lnTo>
                      <a:pt x="609231" y="389839"/>
                    </a:lnTo>
                    <a:lnTo>
                      <a:pt x="597471" y="384759"/>
                    </a:lnTo>
                    <a:lnTo>
                      <a:pt x="596455" y="378409"/>
                    </a:lnTo>
                    <a:lnTo>
                      <a:pt x="593115" y="361899"/>
                    </a:lnTo>
                    <a:lnTo>
                      <a:pt x="591527" y="350469"/>
                    </a:lnTo>
                    <a:lnTo>
                      <a:pt x="591286" y="344119"/>
                    </a:lnTo>
                    <a:lnTo>
                      <a:pt x="591337" y="339039"/>
                    </a:lnTo>
                    <a:lnTo>
                      <a:pt x="591489" y="336499"/>
                    </a:lnTo>
                    <a:lnTo>
                      <a:pt x="591566" y="335229"/>
                    </a:lnTo>
                    <a:lnTo>
                      <a:pt x="591845" y="332689"/>
                    </a:lnTo>
                    <a:lnTo>
                      <a:pt x="592759" y="331419"/>
                    </a:lnTo>
                    <a:lnTo>
                      <a:pt x="606780" y="313639"/>
                    </a:lnTo>
                    <a:lnTo>
                      <a:pt x="608139" y="313639"/>
                    </a:lnTo>
                    <a:lnTo>
                      <a:pt x="611492" y="317449"/>
                    </a:lnTo>
                    <a:lnTo>
                      <a:pt x="615911" y="325069"/>
                    </a:lnTo>
                    <a:lnTo>
                      <a:pt x="619569" y="339039"/>
                    </a:lnTo>
                    <a:lnTo>
                      <a:pt x="620636" y="360629"/>
                    </a:lnTo>
                    <a:lnTo>
                      <a:pt x="620636" y="262839"/>
                    </a:lnTo>
                    <a:lnTo>
                      <a:pt x="579031" y="262839"/>
                    </a:lnTo>
                    <a:lnTo>
                      <a:pt x="577011" y="264109"/>
                    </a:lnTo>
                    <a:lnTo>
                      <a:pt x="575995" y="265379"/>
                    </a:lnTo>
                    <a:lnTo>
                      <a:pt x="575081" y="265379"/>
                    </a:lnTo>
                    <a:lnTo>
                      <a:pt x="574332" y="266649"/>
                    </a:lnTo>
                    <a:lnTo>
                      <a:pt x="540131" y="295859"/>
                    </a:lnTo>
                    <a:lnTo>
                      <a:pt x="532777" y="299669"/>
                    </a:lnTo>
                    <a:lnTo>
                      <a:pt x="525805" y="300456"/>
                    </a:lnTo>
                    <a:lnTo>
                      <a:pt x="525805" y="631139"/>
                    </a:lnTo>
                    <a:lnTo>
                      <a:pt x="515200" y="645109"/>
                    </a:lnTo>
                    <a:lnTo>
                      <a:pt x="491197" y="669239"/>
                    </a:lnTo>
                    <a:lnTo>
                      <a:pt x="469823" y="669239"/>
                    </a:lnTo>
                    <a:lnTo>
                      <a:pt x="476097" y="641299"/>
                    </a:lnTo>
                    <a:lnTo>
                      <a:pt x="483006" y="626059"/>
                    </a:lnTo>
                    <a:lnTo>
                      <a:pt x="494906" y="619709"/>
                    </a:lnTo>
                    <a:lnTo>
                      <a:pt x="516128" y="617169"/>
                    </a:lnTo>
                    <a:lnTo>
                      <a:pt x="525335" y="623519"/>
                    </a:lnTo>
                    <a:lnTo>
                      <a:pt x="525805" y="631139"/>
                    </a:lnTo>
                    <a:lnTo>
                      <a:pt x="525805" y="300456"/>
                    </a:lnTo>
                    <a:lnTo>
                      <a:pt x="521360" y="300939"/>
                    </a:lnTo>
                    <a:lnTo>
                      <a:pt x="505625" y="299669"/>
                    </a:lnTo>
                    <a:lnTo>
                      <a:pt x="485406" y="294589"/>
                    </a:lnTo>
                    <a:lnTo>
                      <a:pt x="482511" y="293319"/>
                    </a:lnTo>
                    <a:lnTo>
                      <a:pt x="479526" y="293319"/>
                    </a:lnTo>
                    <a:lnTo>
                      <a:pt x="476427" y="292049"/>
                    </a:lnTo>
                    <a:lnTo>
                      <a:pt x="476237" y="292049"/>
                    </a:lnTo>
                    <a:lnTo>
                      <a:pt x="450469" y="284429"/>
                    </a:lnTo>
                    <a:lnTo>
                      <a:pt x="421627" y="279349"/>
                    </a:lnTo>
                    <a:lnTo>
                      <a:pt x="390169" y="275539"/>
                    </a:lnTo>
                    <a:lnTo>
                      <a:pt x="356654" y="274269"/>
                    </a:lnTo>
                    <a:lnTo>
                      <a:pt x="323151" y="275539"/>
                    </a:lnTo>
                    <a:lnTo>
                      <a:pt x="262851" y="284429"/>
                    </a:lnTo>
                    <a:lnTo>
                      <a:pt x="227190" y="295859"/>
                    </a:lnTo>
                    <a:lnTo>
                      <a:pt x="208140" y="299669"/>
                    </a:lnTo>
                    <a:lnTo>
                      <a:pt x="193814" y="300939"/>
                    </a:lnTo>
                    <a:lnTo>
                      <a:pt x="183603" y="299669"/>
                    </a:lnTo>
                    <a:lnTo>
                      <a:pt x="176872" y="295859"/>
                    </a:lnTo>
                    <a:lnTo>
                      <a:pt x="142506" y="266649"/>
                    </a:lnTo>
                    <a:lnTo>
                      <a:pt x="141757" y="265379"/>
                    </a:lnTo>
                    <a:lnTo>
                      <a:pt x="140855" y="265379"/>
                    </a:lnTo>
                    <a:lnTo>
                      <a:pt x="139827" y="264109"/>
                    </a:lnTo>
                    <a:lnTo>
                      <a:pt x="137820" y="262839"/>
                    </a:lnTo>
                    <a:lnTo>
                      <a:pt x="123380" y="262839"/>
                    </a:lnTo>
                    <a:lnTo>
                      <a:pt x="123380" y="344119"/>
                    </a:lnTo>
                    <a:lnTo>
                      <a:pt x="123240" y="347929"/>
                    </a:lnTo>
                    <a:lnTo>
                      <a:pt x="123139" y="350469"/>
                    </a:lnTo>
                    <a:lnTo>
                      <a:pt x="121564" y="361899"/>
                    </a:lnTo>
                    <a:lnTo>
                      <a:pt x="118224" y="378409"/>
                    </a:lnTo>
                    <a:lnTo>
                      <a:pt x="117182" y="384759"/>
                    </a:lnTo>
                    <a:lnTo>
                      <a:pt x="105435" y="389839"/>
                    </a:lnTo>
                    <a:lnTo>
                      <a:pt x="104051" y="388569"/>
                    </a:lnTo>
                    <a:lnTo>
                      <a:pt x="103263" y="388569"/>
                    </a:lnTo>
                    <a:lnTo>
                      <a:pt x="100698" y="384759"/>
                    </a:lnTo>
                    <a:lnTo>
                      <a:pt x="97777" y="378409"/>
                    </a:lnTo>
                    <a:lnTo>
                      <a:pt x="95288" y="370789"/>
                    </a:lnTo>
                    <a:lnTo>
                      <a:pt x="94030" y="360629"/>
                    </a:lnTo>
                    <a:lnTo>
                      <a:pt x="94843" y="344119"/>
                    </a:lnTo>
                    <a:lnTo>
                      <a:pt x="94970" y="341579"/>
                    </a:lnTo>
                    <a:lnTo>
                      <a:pt x="95097" y="339039"/>
                    </a:lnTo>
                    <a:lnTo>
                      <a:pt x="98755" y="325069"/>
                    </a:lnTo>
                    <a:lnTo>
                      <a:pt x="103174" y="317449"/>
                    </a:lnTo>
                    <a:lnTo>
                      <a:pt x="106540" y="313639"/>
                    </a:lnTo>
                    <a:lnTo>
                      <a:pt x="107873" y="313639"/>
                    </a:lnTo>
                    <a:lnTo>
                      <a:pt x="123380" y="344119"/>
                    </a:lnTo>
                    <a:lnTo>
                      <a:pt x="123380" y="262839"/>
                    </a:lnTo>
                    <a:lnTo>
                      <a:pt x="53911" y="262839"/>
                    </a:lnTo>
                    <a:lnTo>
                      <a:pt x="50012" y="261569"/>
                    </a:lnTo>
                    <a:lnTo>
                      <a:pt x="45656" y="264109"/>
                    </a:lnTo>
                    <a:lnTo>
                      <a:pt x="3403" y="336499"/>
                    </a:lnTo>
                    <a:lnTo>
                      <a:pt x="609" y="340309"/>
                    </a:lnTo>
                    <a:lnTo>
                      <a:pt x="0" y="344119"/>
                    </a:lnTo>
                    <a:lnTo>
                      <a:pt x="29133" y="391109"/>
                    </a:lnTo>
                    <a:lnTo>
                      <a:pt x="31686" y="396189"/>
                    </a:lnTo>
                    <a:lnTo>
                      <a:pt x="35991" y="406349"/>
                    </a:lnTo>
                    <a:lnTo>
                      <a:pt x="39052" y="420319"/>
                    </a:lnTo>
                    <a:lnTo>
                      <a:pt x="37858" y="434289"/>
                    </a:lnTo>
                    <a:lnTo>
                      <a:pt x="32194" y="445719"/>
                    </a:lnTo>
                    <a:lnTo>
                      <a:pt x="24803" y="453339"/>
                    </a:lnTo>
                    <a:lnTo>
                      <a:pt x="16687" y="463499"/>
                    </a:lnTo>
                    <a:lnTo>
                      <a:pt x="8864" y="478739"/>
                    </a:lnTo>
                    <a:lnTo>
                      <a:pt x="6502" y="485089"/>
                    </a:lnTo>
                    <a:lnTo>
                      <a:pt x="5207" y="492709"/>
                    </a:lnTo>
                    <a:lnTo>
                      <a:pt x="5207" y="716229"/>
                    </a:lnTo>
                    <a:lnTo>
                      <a:pt x="8928" y="736549"/>
                    </a:lnTo>
                    <a:lnTo>
                      <a:pt x="17132" y="753059"/>
                    </a:lnTo>
                    <a:lnTo>
                      <a:pt x="25336" y="764489"/>
                    </a:lnTo>
                    <a:lnTo>
                      <a:pt x="29070" y="769569"/>
                    </a:lnTo>
                    <a:lnTo>
                      <a:pt x="128892" y="909269"/>
                    </a:lnTo>
                    <a:lnTo>
                      <a:pt x="272338" y="968959"/>
                    </a:lnTo>
                    <a:lnTo>
                      <a:pt x="235826" y="933399"/>
                    </a:lnTo>
                    <a:lnTo>
                      <a:pt x="201383" y="901649"/>
                    </a:lnTo>
                    <a:lnTo>
                      <a:pt x="199148" y="892759"/>
                    </a:lnTo>
                    <a:lnTo>
                      <a:pt x="201828" y="886409"/>
                    </a:lnTo>
                    <a:lnTo>
                      <a:pt x="202234" y="885139"/>
                    </a:lnTo>
                    <a:lnTo>
                      <a:pt x="213525" y="852119"/>
                    </a:lnTo>
                    <a:lnTo>
                      <a:pt x="234315" y="784809"/>
                    </a:lnTo>
                    <a:lnTo>
                      <a:pt x="253987" y="714959"/>
                    </a:lnTo>
                    <a:lnTo>
                      <a:pt x="261874" y="669239"/>
                    </a:lnTo>
                    <a:lnTo>
                      <a:pt x="258127" y="651459"/>
                    </a:lnTo>
                    <a:lnTo>
                      <a:pt x="250126" y="634949"/>
                    </a:lnTo>
                    <a:lnTo>
                      <a:pt x="244475" y="628307"/>
                    </a:lnTo>
                    <a:lnTo>
                      <a:pt x="244475" y="669239"/>
                    </a:lnTo>
                    <a:lnTo>
                      <a:pt x="223100" y="669239"/>
                    </a:lnTo>
                    <a:lnTo>
                      <a:pt x="201485" y="643839"/>
                    </a:lnTo>
                    <a:lnTo>
                      <a:pt x="194894" y="627329"/>
                    </a:lnTo>
                    <a:lnTo>
                      <a:pt x="196164" y="619709"/>
                    </a:lnTo>
                    <a:lnTo>
                      <a:pt x="198170" y="617169"/>
                    </a:lnTo>
                    <a:lnTo>
                      <a:pt x="220776" y="626059"/>
                    </a:lnTo>
                    <a:lnTo>
                      <a:pt x="234988" y="643839"/>
                    </a:lnTo>
                    <a:lnTo>
                      <a:pt x="242366" y="661619"/>
                    </a:lnTo>
                    <a:lnTo>
                      <a:pt x="244475" y="669239"/>
                    </a:lnTo>
                    <a:lnTo>
                      <a:pt x="244475" y="628307"/>
                    </a:lnTo>
                    <a:lnTo>
                      <a:pt x="239331" y="622249"/>
                    </a:lnTo>
                    <a:lnTo>
                      <a:pt x="232371" y="617169"/>
                    </a:lnTo>
                    <a:lnTo>
                      <a:pt x="227164" y="613359"/>
                    </a:lnTo>
                    <a:lnTo>
                      <a:pt x="260604" y="618439"/>
                    </a:lnTo>
                    <a:lnTo>
                      <a:pt x="276377" y="627329"/>
                    </a:lnTo>
                    <a:lnTo>
                      <a:pt x="278612" y="647649"/>
                    </a:lnTo>
                    <a:lnTo>
                      <a:pt x="271475" y="685749"/>
                    </a:lnTo>
                    <a:lnTo>
                      <a:pt x="260438" y="735279"/>
                    </a:lnTo>
                    <a:lnTo>
                      <a:pt x="247510" y="788619"/>
                    </a:lnTo>
                    <a:lnTo>
                      <a:pt x="236194" y="839419"/>
                    </a:lnTo>
                    <a:lnTo>
                      <a:pt x="229997" y="877519"/>
                    </a:lnTo>
                    <a:lnTo>
                      <a:pt x="229412" y="885139"/>
                    </a:lnTo>
                    <a:lnTo>
                      <a:pt x="229311" y="886409"/>
                    </a:lnTo>
                    <a:lnTo>
                      <a:pt x="231470" y="894029"/>
                    </a:lnTo>
                    <a:lnTo>
                      <a:pt x="236042" y="901649"/>
                    </a:lnTo>
                    <a:lnTo>
                      <a:pt x="243128" y="911809"/>
                    </a:lnTo>
                    <a:lnTo>
                      <a:pt x="251853" y="924509"/>
                    </a:lnTo>
                    <a:lnTo>
                      <a:pt x="281241" y="958799"/>
                    </a:lnTo>
                    <a:lnTo>
                      <a:pt x="321335" y="984199"/>
                    </a:lnTo>
                    <a:lnTo>
                      <a:pt x="328599" y="986739"/>
                    </a:lnTo>
                    <a:lnTo>
                      <a:pt x="332295" y="986739"/>
                    </a:lnTo>
                    <a:lnTo>
                      <a:pt x="352132" y="937209"/>
                    </a:lnTo>
                    <a:lnTo>
                      <a:pt x="351993" y="933399"/>
                    </a:lnTo>
                    <a:lnTo>
                      <a:pt x="347878" y="925779"/>
                    </a:lnTo>
                    <a:lnTo>
                      <a:pt x="343484" y="923239"/>
                    </a:lnTo>
                    <a:lnTo>
                      <a:pt x="330288" y="923239"/>
                    </a:lnTo>
                    <a:lnTo>
                      <a:pt x="322567" y="919429"/>
                    </a:lnTo>
                    <a:lnTo>
                      <a:pt x="313575" y="909269"/>
                    </a:lnTo>
                    <a:lnTo>
                      <a:pt x="311785" y="904189"/>
                    </a:lnTo>
                    <a:lnTo>
                      <a:pt x="311785" y="896569"/>
                    </a:lnTo>
                    <a:lnTo>
                      <a:pt x="315455" y="880059"/>
                    </a:lnTo>
                    <a:lnTo>
                      <a:pt x="325462" y="864819"/>
                    </a:lnTo>
                    <a:lnTo>
                      <a:pt x="340321" y="855929"/>
                    </a:lnTo>
                    <a:lnTo>
                      <a:pt x="358508" y="852119"/>
                    </a:lnTo>
                    <a:lnTo>
                      <a:pt x="376707" y="855929"/>
                    </a:lnTo>
                    <a:lnTo>
                      <a:pt x="391566" y="864819"/>
                    </a:lnTo>
                    <a:lnTo>
                      <a:pt x="401574" y="880059"/>
                    </a:lnTo>
                    <a:lnTo>
                      <a:pt x="405257" y="896569"/>
                    </a:lnTo>
                    <a:lnTo>
                      <a:pt x="405257" y="902919"/>
                    </a:lnTo>
                    <a:lnTo>
                      <a:pt x="402945" y="909269"/>
                    </a:lnTo>
                    <a:lnTo>
                      <a:pt x="394004" y="919429"/>
                    </a:lnTo>
                    <a:lnTo>
                      <a:pt x="387070" y="923239"/>
                    </a:lnTo>
                    <a:lnTo>
                      <a:pt x="374421" y="923239"/>
                    </a:lnTo>
                    <a:lnTo>
                      <a:pt x="369798" y="925779"/>
                    </a:lnTo>
                    <a:lnTo>
                      <a:pt x="366141" y="933399"/>
                    </a:lnTo>
                    <a:lnTo>
                      <a:pt x="366115" y="937209"/>
                    </a:lnTo>
                    <a:lnTo>
                      <a:pt x="385000" y="986739"/>
                    </a:lnTo>
                    <a:lnTo>
                      <a:pt x="432130" y="960069"/>
                    </a:lnTo>
                    <a:lnTo>
                      <a:pt x="462953" y="924509"/>
                    </a:lnTo>
                    <a:lnTo>
                      <a:pt x="471678" y="911809"/>
                    </a:lnTo>
                    <a:lnTo>
                      <a:pt x="478764" y="901649"/>
                    </a:lnTo>
                    <a:lnTo>
                      <a:pt x="483336" y="894029"/>
                    </a:lnTo>
                    <a:lnTo>
                      <a:pt x="485495" y="886409"/>
                    </a:lnTo>
                    <a:lnTo>
                      <a:pt x="484797" y="877519"/>
                    </a:lnTo>
                    <a:lnTo>
                      <a:pt x="480669" y="852119"/>
                    </a:lnTo>
                    <a:lnTo>
                      <a:pt x="478612" y="839419"/>
                    </a:lnTo>
                    <a:lnTo>
                      <a:pt x="467283" y="788619"/>
                    </a:lnTo>
                    <a:lnTo>
                      <a:pt x="454355" y="735279"/>
                    </a:lnTo>
                    <a:lnTo>
                      <a:pt x="443318" y="685749"/>
                    </a:lnTo>
                    <a:lnTo>
                      <a:pt x="444246" y="651459"/>
                    </a:lnTo>
                    <a:lnTo>
                      <a:pt x="444347" y="647649"/>
                    </a:lnTo>
                    <a:lnTo>
                      <a:pt x="444373" y="646379"/>
                    </a:lnTo>
                    <a:lnTo>
                      <a:pt x="460260" y="624789"/>
                    </a:lnTo>
                    <a:lnTo>
                      <a:pt x="478751" y="615899"/>
                    </a:lnTo>
                    <a:lnTo>
                      <a:pt x="487641" y="613359"/>
                    </a:lnTo>
                    <a:lnTo>
                      <a:pt x="475475" y="622249"/>
                    </a:lnTo>
                    <a:lnTo>
                      <a:pt x="464680" y="634949"/>
                    </a:lnTo>
                    <a:lnTo>
                      <a:pt x="456679" y="651459"/>
                    </a:lnTo>
                    <a:lnTo>
                      <a:pt x="452932" y="669239"/>
                    </a:lnTo>
                    <a:lnTo>
                      <a:pt x="460819" y="714959"/>
                    </a:lnTo>
                    <a:lnTo>
                      <a:pt x="480479" y="784809"/>
                    </a:lnTo>
                    <a:lnTo>
                      <a:pt x="501281" y="852119"/>
                    </a:lnTo>
                    <a:lnTo>
                      <a:pt x="512572" y="885139"/>
                    </a:lnTo>
                    <a:lnTo>
                      <a:pt x="512711" y="885139"/>
                    </a:lnTo>
                    <a:lnTo>
                      <a:pt x="515670" y="892759"/>
                    </a:lnTo>
                    <a:lnTo>
                      <a:pt x="513422" y="901649"/>
                    </a:lnTo>
                    <a:lnTo>
                      <a:pt x="507657" y="906729"/>
                    </a:lnTo>
                    <a:lnTo>
                      <a:pt x="483908" y="929589"/>
                    </a:lnTo>
                    <a:lnTo>
                      <a:pt x="444055" y="968959"/>
                    </a:lnTo>
                    <a:lnTo>
                      <a:pt x="563295" y="927049"/>
                    </a:lnTo>
                    <a:lnTo>
                      <a:pt x="687311" y="769569"/>
                    </a:lnTo>
                    <a:lnTo>
                      <a:pt x="700239" y="754329"/>
                    </a:lnTo>
                    <a:lnTo>
                      <a:pt x="706882" y="744169"/>
                    </a:lnTo>
                    <a:lnTo>
                      <a:pt x="709320" y="732739"/>
                    </a:lnTo>
                    <a:lnTo>
                      <a:pt x="709676" y="716229"/>
                    </a:lnTo>
                    <a:lnTo>
                      <a:pt x="709676" y="669239"/>
                    </a:lnTo>
                    <a:lnTo>
                      <a:pt x="709676" y="617169"/>
                    </a:lnTo>
                    <a:lnTo>
                      <a:pt x="709676" y="613359"/>
                    </a:lnTo>
                    <a:lnTo>
                      <a:pt x="709676" y="492709"/>
                    </a:lnTo>
                    <a:lnTo>
                      <a:pt x="708367" y="485089"/>
                    </a:lnTo>
                    <a:lnTo>
                      <a:pt x="706005" y="478739"/>
                    </a:lnTo>
                    <a:lnTo>
                      <a:pt x="698284" y="463499"/>
                    </a:lnTo>
                    <a:lnTo>
                      <a:pt x="690181" y="453339"/>
                    </a:lnTo>
                    <a:lnTo>
                      <a:pt x="682777" y="445719"/>
                    </a:lnTo>
                    <a:lnTo>
                      <a:pt x="677113" y="434289"/>
                    </a:lnTo>
                    <a:lnTo>
                      <a:pt x="675436" y="424129"/>
                    </a:lnTo>
                    <a:lnTo>
                      <a:pt x="676173" y="415239"/>
                    </a:lnTo>
                    <a:lnTo>
                      <a:pt x="678294" y="408889"/>
                    </a:lnTo>
                    <a:lnTo>
                      <a:pt x="680758" y="402539"/>
                    </a:lnTo>
                    <a:lnTo>
                      <a:pt x="688644" y="389839"/>
                    </a:lnTo>
                    <a:lnTo>
                      <a:pt x="714667" y="347929"/>
                    </a:lnTo>
                    <a:lnTo>
                      <a:pt x="716851" y="344119"/>
                    </a:lnTo>
                    <a:close/>
                  </a:path>
                </a:pathLst>
              </a:custGeom>
              <a:solidFill>
                <a:srgbClr val="2D1A4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2">
            <a:extLst>
              <a:ext uri="{FF2B5EF4-FFF2-40B4-BE49-F238E27FC236}">
                <a16:creationId xmlns:a16="http://schemas.microsoft.com/office/drawing/2014/main" id="{09F80545-32D6-B316-826A-565FDAAF3310}"/>
              </a:ext>
            </a:extLst>
          </p:cNvPr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F1F1F1">
              <a:alpha val="7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11" y="1761999"/>
            <a:ext cx="14988540" cy="6915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50" dirty="0"/>
              <a:t>Estamos</a:t>
            </a:r>
            <a:r>
              <a:rPr sz="4350" spc="-5" dirty="0"/>
              <a:t> </a:t>
            </a:r>
            <a:r>
              <a:rPr sz="4350" dirty="0"/>
              <a:t>aquí</a:t>
            </a:r>
            <a:r>
              <a:rPr sz="4350" spc="5" dirty="0"/>
              <a:t> </a:t>
            </a:r>
            <a:r>
              <a:rPr sz="4350" dirty="0"/>
              <a:t>para ayudarte</a:t>
            </a:r>
            <a:r>
              <a:rPr sz="4350" spc="5" dirty="0"/>
              <a:t> </a:t>
            </a:r>
            <a:r>
              <a:rPr sz="4350" dirty="0"/>
              <a:t>a hacer</a:t>
            </a:r>
            <a:r>
              <a:rPr sz="4350" spc="-5" dirty="0"/>
              <a:t> </a:t>
            </a:r>
            <a:r>
              <a:rPr sz="4350" dirty="0"/>
              <a:t>que</a:t>
            </a:r>
            <a:r>
              <a:rPr sz="4350" spc="5" dirty="0"/>
              <a:t> </a:t>
            </a:r>
            <a:r>
              <a:rPr sz="4350" dirty="0"/>
              <a:t>la</a:t>
            </a:r>
            <a:r>
              <a:rPr sz="4350" spc="-15" dirty="0"/>
              <a:t> </a:t>
            </a:r>
            <a:r>
              <a:rPr sz="4350" dirty="0"/>
              <a:t>tecnología</a:t>
            </a:r>
            <a:r>
              <a:rPr sz="4350" spc="5" dirty="0"/>
              <a:t> </a:t>
            </a:r>
            <a:r>
              <a:rPr sz="4350" dirty="0"/>
              <a:t>trabaje</a:t>
            </a:r>
            <a:r>
              <a:rPr sz="4350" spc="5" dirty="0"/>
              <a:t> </a:t>
            </a:r>
            <a:r>
              <a:rPr sz="4350" dirty="0"/>
              <a:t>para </a:t>
            </a:r>
            <a:r>
              <a:rPr sz="4350" spc="-25" dirty="0"/>
              <a:t>ti</a:t>
            </a:r>
            <a:endParaRPr sz="4350" dirty="0"/>
          </a:p>
        </p:txBody>
      </p:sp>
      <p:sp>
        <p:nvSpPr>
          <p:cNvPr id="4" name="object 4"/>
          <p:cNvSpPr/>
          <p:nvPr/>
        </p:nvSpPr>
        <p:spPr>
          <a:xfrm>
            <a:off x="4273626" y="5694483"/>
            <a:ext cx="1506220" cy="269875"/>
          </a:xfrm>
          <a:custGeom>
            <a:avLst/>
            <a:gdLst/>
            <a:ahLst/>
            <a:cxnLst/>
            <a:rect l="l" t="t" r="r" b="b"/>
            <a:pathLst>
              <a:path w="1506220" h="269875">
                <a:moveTo>
                  <a:pt x="199885" y="180225"/>
                </a:moveTo>
                <a:lnTo>
                  <a:pt x="179781" y="143040"/>
                </a:lnTo>
                <a:lnTo>
                  <a:pt x="147383" y="128917"/>
                </a:lnTo>
                <a:lnTo>
                  <a:pt x="147383" y="128193"/>
                </a:lnTo>
                <a:lnTo>
                  <a:pt x="182867" y="100660"/>
                </a:lnTo>
                <a:lnTo>
                  <a:pt x="189382" y="72796"/>
                </a:lnTo>
                <a:lnTo>
                  <a:pt x="188887" y="63449"/>
                </a:lnTo>
                <a:lnTo>
                  <a:pt x="187667" y="56515"/>
                </a:lnTo>
                <a:lnTo>
                  <a:pt x="187604" y="56134"/>
                </a:lnTo>
                <a:lnTo>
                  <a:pt x="160769" y="20459"/>
                </a:lnTo>
                <a:lnTo>
                  <a:pt x="137960" y="11264"/>
                </a:lnTo>
                <a:lnTo>
                  <a:pt x="137960" y="172250"/>
                </a:lnTo>
                <a:lnTo>
                  <a:pt x="137960" y="189153"/>
                </a:lnTo>
                <a:lnTo>
                  <a:pt x="104343" y="212877"/>
                </a:lnTo>
                <a:lnTo>
                  <a:pt x="99339" y="213283"/>
                </a:lnTo>
                <a:lnTo>
                  <a:pt x="59740" y="213283"/>
                </a:lnTo>
                <a:lnTo>
                  <a:pt x="59740" y="154622"/>
                </a:lnTo>
                <a:lnTo>
                  <a:pt x="94145" y="154622"/>
                </a:lnTo>
                <a:lnTo>
                  <a:pt x="133972" y="164896"/>
                </a:lnTo>
                <a:lnTo>
                  <a:pt x="137960" y="172250"/>
                </a:lnTo>
                <a:lnTo>
                  <a:pt x="137960" y="11264"/>
                </a:lnTo>
                <a:lnTo>
                  <a:pt x="132524" y="9956"/>
                </a:lnTo>
                <a:lnTo>
                  <a:pt x="129641" y="9461"/>
                </a:lnTo>
                <a:lnTo>
                  <a:pt x="129641" y="72428"/>
                </a:lnTo>
                <a:lnTo>
                  <a:pt x="129641" y="90297"/>
                </a:lnTo>
                <a:lnTo>
                  <a:pt x="93065" y="109004"/>
                </a:lnTo>
                <a:lnTo>
                  <a:pt x="59740" y="109004"/>
                </a:lnTo>
                <a:lnTo>
                  <a:pt x="59740" y="56134"/>
                </a:lnTo>
                <a:lnTo>
                  <a:pt x="90170" y="56134"/>
                </a:lnTo>
                <a:lnTo>
                  <a:pt x="129641" y="72428"/>
                </a:lnTo>
                <a:lnTo>
                  <a:pt x="129641" y="9461"/>
                </a:lnTo>
                <a:lnTo>
                  <a:pt x="124790" y="8623"/>
                </a:lnTo>
                <a:lnTo>
                  <a:pt x="117144" y="7658"/>
                </a:lnTo>
                <a:lnTo>
                  <a:pt x="109575" y="7086"/>
                </a:lnTo>
                <a:lnTo>
                  <a:pt x="102108" y="6896"/>
                </a:lnTo>
                <a:lnTo>
                  <a:pt x="0" y="6896"/>
                </a:lnTo>
                <a:lnTo>
                  <a:pt x="0" y="263258"/>
                </a:lnTo>
                <a:lnTo>
                  <a:pt x="102108" y="263258"/>
                </a:lnTo>
                <a:lnTo>
                  <a:pt x="146685" y="257251"/>
                </a:lnTo>
                <a:lnTo>
                  <a:pt x="181876" y="236880"/>
                </a:lnTo>
                <a:lnTo>
                  <a:pt x="196164" y="213283"/>
                </a:lnTo>
                <a:lnTo>
                  <a:pt x="197802" y="208000"/>
                </a:lnTo>
                <a:lnTo>
                  <a:pt x="199364" y="198755"/>
                </a:lnTo>
                <a:lnTo>
                  <a:pt x="199859" y="189153"/>
                </a:lnTo>
                <a:lnTo>
                  <a:pt x="199885" y="180225"/>
                </a:lnTo>
                <a:close/>
              </a:path>
              <a:path w="1506220" h="269875">
                <a:moveTo>
                  <a:pt x="394614" y="209918"/>
                </a:moveTo>
                <a:lnTo>
                  <a:pt x="275475" y="209918"/>
                </a:lnTo>
                <a:lnTo>
                  <a:pt x="275475" y="156578"/>
                </a:lnTo>
                <a:lnTo>
                  <a:pt x="381952" y="156578"/>
                </a:lnTo>
                <a:lnTo>
                  <a:pt x="381952" y="107048"/>
                </a:lnTo>
                <a:lnTo>
                  <a:pt x="275475" y="107048"/>
                </a:lnTo>
                <a:lnTo>
                  <a:pt x="275475" y="58788"/>
                </a:lnTo>
                <a:lnTo>
                  <a:pt x="388112" y="58788"/>
                </a:lnTo>
                <a:lnTo>
                  <a:pt x="388112" y="6718"/>
                </a:lnTo>
                <a:lnTo>
                  <a:pt x="215734" y="6718"/>
                </a:lnTo>
                <a:lnTo>
                  <a:pt x="215734" y="58788"/>
                </a:lnTo>
                <a:lnTo>
                  <a:pt x="215734" y="107048"/>
                </a:lnTo>
                <a:lnTo>
                  <a:pt x="215734" y="156578"/>
                </a:lnTo>
                <a:lnTo>
                  <a:pt x="215734" y="209918"/>
                </a:lnTo>
                <a:lnTo>
                  <a:pt x="215734" y="263258"/>
                </a:lnTo>
                <a:lnTo>
                  <a:pt x="394614" y="263258"/>
                </a:lnTo>
                <a:lnTo>
                  <a:pt x="394614" y="209918"/>
                </a:lnTo>
                <a:close/>
              </a:path>
              <a:path w="1506220" h="269875">
                <a:moveTo>
                  <a:pt x="642594" y="111899"/>
                </a:moveTo>
                <a:lnTo>
                  <a:pt x="536854" y="111899"/>
                </a:lnTo>
                <a:lnTo>
                  <a:pt x="536854" y="161861"/>
                </a:lnTo>
                <a:lnTo>
                  <a:pt x="585736" y="161861"/>
                </a:lnTo>
                <a:lnTo>
                  <a:pt x="585736" y="208572"/>
                </a:lnTo>
                <a:lnTo>
                  <a:pt x="580186" y="210997"/>
                </a:lnTo>
                <a:lnTo>
                  <a:pt x="574154" y="212737"/>
                </a:lnTo>
                <a:lnTo>
                  <a:pt x="561111" y="214922"/>
                </a:lnTo>
                <a:lnTo>
                  <a:pt x="554240" y="215455"/>
                </a:lnTo>
                <a:lnTo>
                  <a:pt x="546989" y="215455"/>
                </a:lnTo>
                <a:lnTo>
                  <a:pt x="506463" y="206197"/>
                </a:lnTo>
                <a:lnTo>
                  <a:pt x="476681" y="174459"/>
                </a:lnTo>
                <a:lnTo>
                  <a:pt x="468769" y="134708"/>
                </a:lnTo>
                <a:lnTo>
                  <a:pt x="469125" y="126187"/>
                </a:lnTo>
                <a:lnTo>
                  <a:pt x="481126" y="88988"/>
                </a:lnTo>
                <a:lnTo>
                  <a:pt x="514032" y="60655"/>
                </a:lnTo>
                <a:lnTo>
                  <a:pt x="544093" y="54673"/>
                </a:lnTo>
                <a:lnTo>
                  <a:pt x="553250" y="55092"/>
                </a:lnTo>
                <a:lnTo>
                  <a:pt x="591172" y="69037"/>
                </a:lnTo>
                <a:lnTo>
                  <a:pt x="601662" y="78574"/>
                </a:lnTo>
                <a:lnTo>
                  <a:pt x="640778" y="34036"/>
                </a:lnTo>
                <a:lnTo>
                  <a:pt x="598411" y="9232"/>
                </a:lnTo>
                <a:lnTo>
                  <a:pt x="556856" y="571"/>
                </a:lnTo>
                <a:lnTo>
                  <a:pt x="541921" y="0"/>
                </a:lnTo>
                <a:lnTo>
                  <a:pt x="527507" y="584"/>
                </a:lnTo>
                <a:lnTo>
                  <a:pt x="487248" y="9423"/>
                </a:lnTo>
                <a:lnTo>
                  <a:pt x="452882" y="28117"/>
                </a:lnTo>
                <a:lnTo>
                  <a:pt x="426262" y="55816"/>
                </a:lnTo>
                <a:lnTo>
                  <a:pt x="408876" y="91795"/>
                </a:lnTo>
                <a:lnTo>
                  <a:pt x="402869" y="134708"/>
                </a:lnTo>
                <a:lnTo>
                  <a:pt x="403529" y="149567"/>
                </a:lnTo>
                <a:lnTo>
                  <a:pt x="413372" y="189928"/>
                </a:lnTo>
                <a:lnTo>
                  <a:pt x="433705" y="223164"/>
                </a:lnTo>
                <a:lnTo>
                  <a:pt x="462978" y="248234"/>
                </a:lnTo>
                <a:lnTo>
                  <a:pt x="500316" y="264274"/>
                </a:lnTo>
                <a:lnTo>
                  <a:pt x="543737" y="269773"/>
                </a:lnTo>
                <a:lnTo>
                  <a:pt x="558292" y="269379"/>
                </a:lnTo>
                <a:lnTo>
                  <a:pt x="598589" y="263626"/>
                </a:lnTo>
                <a:lnTo>
                  <a:pt x="642594" y="247688"/>
                </a:lnTo>
                <a:lnTo>
                  <a:pt x="642594" y="111899"/>
                </a:lnTo>
                <a:close/>
              </a:path>
              <a:path w="1506220" h="269875">
                <a:moveTo>
                  <a:pt x="869645" y="263258"/>
                </a:moveTo>
                <a:lnTo>
                  <a:pt x="807516" y="161505"/>
                </a:lnTo>
                <a:lnTo>
                  <a:pt x="802652" y="153543"/>
                </a:lnTo>
                <a:lnTo>
                  <a:pt x="814463" y="149098"/>
                </a:lnTo>
                <a:lnTo>
                  <a:pt x="847928" y="118795"/>
                </a:lnTo>
                <a:lnTo>
                  <a:pt x="852233" y="108635"/>
                </a:lnTo>
                <a:lnTo>
                  <a:pt x="852347" y="108369"/>
                </a:lnTo>
                <a:lnTo>
                  <a:pt x="854900" y="97294"/>
                </a:lnTo>
                <a:lnTo>
                  <a:pt x="855002" y="96888"/>
                </a:lnTo>
                <a:lnTo>
                  <a:pt x="855802" y="85458"/>
                </a:lnTo>
                <a:lnTo>
                  <a:pt x="851750" y="57213"/>
                </a:lnTo>
                <a:lnTo>
                  <a:pt x="851649" y="56845"/>
                </a:lnTo>
                <a:lnTo>
                  <a:pt x="825271" y="23533"/>
                </a:lnTo>
                <a:lnTo>
                  <a:pt x="794677" y="10922"/>
                </a:lnTo>
                <a:lnTo>
                  <a:pt x="794677" y="79425"/>
                </a:lnTo>
                <a:lnTo>
                  <a:pt x="794677" y="91986"/>
                </a:lnTo>
                <a:lnTo>
                  <a:pt x="793381" y="96888"/>
                </a:lnTo>
                <a:lnTo>
                  <a:pt x="793280" y="97294"/>
                </a:lnTo>
                <a:lnTo>
                  <a:pt x="787704" y="105498"/>
                </a:lnTo>
                <a:lnTo>
                  <a:pt x="754646" y="116598"/>
                </a:lnTo>
                <a:lnTo>
                  <a:pt x="720090" y="116598"/>
                </a:lnTo>
                <a:lnTo>
                  <a:pt x="720090" y="56845"/>
                </a:lnTo>
                <a:lnTo>
                  <a:pt x="757796" y="56845"/>
                </a:lnTo>
                <a:lnTo>
                  <a:pt x="793407" y="74536"/>
                </a:lnTo>
                <a:lnTo>
                  <a:pt x="794677" y="79425"/>
                </a:lnTo>
                <a:lnTo>
                  <a:pt x="794677" y="10922"/>
                </a:lnTo>
                <a:lnTo>
                  <a:pt x="757732" y="6883"/>
                </a:lnTo>
                <a:lnTo>
                  <a:pt x="659968" y="6883"/>
                </a:lnTo>
                <a:lnTo>
                  <a:pt x="659968" y="263258"/>
                </a:lnTo>
                <a:lnTo>
                  <a:pt x="720445" y="263258"/>
                </a:lnTo>
                <a:lnTo>
                  <a:pt x="720445" y="161505"/>
                </a:lnTo>
                <a:lnTo>
                  <a:pt x="741553" y="161505"/>
                </a:lnTo>
                <a:lnTo>
                  <a:pt x="797217" y="263258"/>
                </a:lnTo>
                <a:lnTo>
                  <a:pt x="869645" y="263258"/>
                </a:lnTo>
                <a:close/>
              </a:path>
              <a:path w="1506220" h="269875">
                <a:moveTo>
                  <a:pt x="1063777" y="209918"/>
                </a:moveTo>
                <a:lnTo>
                  <a:pt x="944638" y="209918"/>
                </a:lnTo>
                <a:lnTo>
                  <a:pt x="944638" y="156578"/>
                </a:lnTo>
                <a:lnTo>
                  <a:pt x="1051102" y="156578"/>
                </a:lnTo>
                <a:lnTo>
                  <a:pt x="1051102" y="107048"/>
                </a:lnTo>
                <a:lnTo>
                  <a:pt x="944638" y="107048"/>
                </a:lnTo>
                <a:lnTo>
                  <a:pt x="944638" y="58788"/>
                </a:lnTo>
                <a:lnTo>
                  <a:pt x="1057262" y="58788"/>
                </a:lnTo>
                <a:lnTo>
                  <a:pt x="1057262" y="6718"/>
                </a:lnTo>
                <a:lnTo>
                  <a:pt x="884897" y="6718"/>
                </a:lnTo>
                <a:lnTo>
                  <a:pt x="884897" y="58788"/>
                </a:lnTo>
                <a:lnTo>
                  <a:pt x="884897" y="107048"/>
                </a:lnTo>
                <a:lnTo>
                  <a:pt x="884897" y="156578"/>
                </a:lnTo>
                <a:lnTo>
                  <a:pt x="884897" y="209918"/>
                </a:lnTo>
                <a:lnTo>
                  <a:pt x="884897" y="263258"/>
                </a:lnTo>
                <a:lnTo>
                  <a:pt x="1063777" y="263258"/>
                </a:lnTo>
                <a:lnTo>
                  <a:pt x="1063777" y="209918"/>
                </a:lnTo>
                <a:close/>
              </a:path>
              <a:path w="1506220" h="269875">
                <a:moveTo>
                  <a:pt x="1347838" y="263271"/>
                </a:moveTo>
                <a:lnTo>
                  <a:pt x="1326934" y="212928"/>
                </a:lnTo>
                <a:lnTo>
                  <a:pt x="1306334" y="163322"/>
                </a:lnTo>
                <a:lnTo>
                  <a:pt x="1269796" y="75323"/>
                </a:lnTo>
                <a:lnTo>
                  <a:pt x="1242098" y="8636"/>
                </a:lnTo>
                <a:lnTo>
                  <a:pt x="1242098" y="163322"/>
                </a:lnTo>
                <a:lnTo>
                  <a:pt x="1177645" y="163322"/>
                </a:lnTo>
                <a:lnTo>
                  <a:pt x="1210233" y="75323"/>
                </a:lnTo>
                <a:lnTo>
                  <a:pt x="1242098" y="163322"/>
                </a:lnTo>
                <a:lnTo>
                  <a:pt x="1242098" y="8636"/>
                </a:lnTo>
                <a:lnTo>
                  <a:pt x="1241374" y="6883"/>
                </a:lnTo>
                <a:lnTo>
                  <a:pt x="1181252" y="6883"/>
                </a:lnTo>
                <a:lnTo>
                  <a:pt x="1073708" y="263271"/>
                </a:lnTo>
                <a:lnTo>
                  <a:pt x="1141069" y="263271"/>
                </a:lnTo>
                <a:lnTo>
                  <a:pt x="1159891" y="212928"/>
                </a:lnTo>
                <a:lnTo>
                  <a:pt x="1259116" y="212928"/>
                </a:lnTo>
                <a:lnTo>
                  <a:pt x="1279029" y="263271"/>
                </a:lnTo>
                <a:lnTo>
                  <a:pt x="1347838" y="263271"/>
                </a:lnTo>
                <a:close/>
              </a:path>
              <a:path w="1506220" h="269875">
                <a:moveTo>
                  <a:pt x="1506054" y="6477"/>
                </a:moveTo>
                <a:lnTo>
                  <a:pt x="1299286" y="6477"/>
                </a:lnTo>
                <a:lnTo>
                  <a:pt x="1299286" y="59817"/>
                </a:lnTo>
                <a:lnTo>
                  <a:pt x="1371701" y="59817"/>
                </a:lnTo>
                <a:lnTo>
                  <a:pt x="1371701" y="263017"/>
                </a:lnTo>
                <a:lnTo>
                  <a:pt x="1433626" y="263017"/>
                </a:lnTo>
                <a:lnTo>
                  <a:pt x="1433626" y="59817"/>
                </a:lnTo>
                <a:lnTo>
                  <a:pt x="1506054" y="59817"/>
                </a:lnTo>
                <a:lnTo>
                  <a:pt x="1506054" y="6477"/>
                </a:lnTo>
                <a:close/>
              </a:path>
            </a:pathLst>
          </a:custGeom>
          <a:solidFill>
            <a:srgbClr val="2D1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689515" y="4611990"/>
            <a:ext cx="676275" cy="930910"/>
            <a:chOff x="4689515" y="4611990"/>
            <a:chExt cx="676275" cy="9309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3193" y="4780642"/>
              <a:ext cx="226925" cy="7514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689513" y="4611998"/>
              <a:ext cx="676275" cy="930910"/>
            </a:xfrm>
            <a:custGeom>
              <a:avLst/>
              <a:gdLst/>
              <a:ahLst/>
              <a:cxnLst/>
              <a:rect l="l" t="t" r="r" b="b"/>
              <a:pathLst>
                <a:path w="676275" h="930910">
                  <a:moveTo>
                    <a:pt x="199085" y="40665"/>
                  </a:moveTo>
                  <a:lnTo>
                    <a:pt x="197243" y="31584"/>
                  </a:lnTo>
                  <a:lnTo>
                    <a:pt x="192252" y="24168"/>
                  </a:lnTo>
                  <a:lnTo>
                    <a:pt x="184835" y="19177"/>
                  </a:lnTo>
                  <a:lnTo>
                    <a:pt x="175768" y="17348"/>
                  </a:lnTo>
                  <a:lnTo>
                    <a:pt x="166687" y="19177"/>
                  </a:lnTo>
                  <a:lnTo>
                    <a:pt x="159270" y="24168"/>
                  </a:lnTo>
                  <a:lnTo>
                    <a:pt x="154279" y="31584"/>
                  </a:lnTo>
                  <a:lnTo>
                    <a:pt x="152438" y="40665"/>
                  </a:lnTo>
                  <a:lnTo>
                    <a:pt x="154279" y="49733"/>
                  </a:lnTo>
                  <a:lnTo>
                    <a:pt x="159270" y="57150"/>
                  </a:lnTo>
                  <a:lnTo>
                    <a:pt x="166687" y="62141"/>
                  </a:lnTo>
                  <a:lnTo>
                    <a:pt x="175768" y="63982"/>
                  </a:lnTo>
                  <a:lnTo>
                    <a:pt x="184835" y="62141"/>
                  </a:lnTo>
                  <a:lnTo>
                    <a:pt x="192252" y="57150"/>
                  </a:lnTo>
                  <a:lnTo>
                    <a:pt x="197243" y="49733"/>
                  </a:lnTo>
                  <a:lnTo>
                    <a:pt x="199085" y="40665"/>
                  </a:lnTo>
                  <a:close/>
                </a:path>
                <a:path w="676275" h="930910">
                  <a:moveTo>
                    <a:pt x="361467" y="23317"/>
                  </a:moveTo>
                  <a:lnTo>
                    <a:pt x="359638" y="14236"/>
                  </a:lnTo>
                  <a:lnTo>
                    <a:pt x="354634" y="6832"/>
                  </a:lnTo>
                  <a:lnTo>
                    <a:pt x="347230" y="1828"/>
                  </a:lnTo>
                  <a:lnTo>
                    <a:pt x="338150" y="0"/>
                  </a:lnTo>
                  <a:lnTo>
                    <a:pt x="329069" y="1828"/>
                  </a:lnTo>
                  <a:lnTo>
                    <a:pt x="321665" y="6832"/>
                  </a:lnTo>
                  <a:lnTo>
                    <a:pt x="316661" y="14236"/>
                  </a:lnTo>
                  <a:lnTo>
                    <a:pt x="314833" y="23317"/>
                  </a:lnTo>
                  <a:lnTo>
                    <a:pt x="316661" y="32397"/>
                  </a:lnTo>
                  <a:lnTo>
                    <a:pt x="321665" y="39801"/>
                  </a:lnTo>
                  <a:lnTo>
                    <a:pt x="329069" y="44805"/>
                  </a:lnTo>
                  <a:lnTo>
                    <a:pt x="338150" y="46634"/>
                  </a:lnTo>
                  <a:lnTo>
                    <a:pt x="347230" y="44805"/>
                  </a:lnTo>
                  <a:lnTo>
                    <a:pt x="354634" y="39801"/>
                  </a:lnTo>
                  <a:lnTo>
                    <a:pt x="359638" y="32397"/>
                  </a:lnTo>
                  <a:lnTo>
                    <a:pt x="361467" y="23317"/>
                  </a:lnTo>
                  <a:close/>
                </a:path>
                <a:path w="676275" h="930910">
                  <a:moveTo>
                    <a:pt x="491540" y="82765"/>
                  </a:moveTo>
                  <a:lnTo>
                    <a:pt x="482930" y="80213"/>
                  </a:lnTo>
                  <a:lnTo>
                    <a:pt x="477786" y="77571"/>
                  </a:lnTo>
                  <a:lnTo>
                    <a:pt x="474040" y="73228"/>
                  </a:lnTo>
                  <a:lnTo>
                    <a:pt x="469658" y="65582"/>
                  </a:lnTo>
                  <a:lnTo>
                    <a:pt x="441401" y="89369"/>
                  </a:lnTo>
                  <a:lnTo>
                    <a:pt x="420522" y="96481"/>
                  </a:lnTo>
                  <a:lnTo>
                    <a:pt x="396709" y="86194"/>
                  </a:lnTo>
                  <a:lnTo>
                    <a:pt x="359664" y="57772"/>
                  </a:lnTo>
                  <a:lnTo>
                    <a:pt x="348945" y="67970"/>
                  </a:lnTo>
                  <a:lnTo>
                    <a:pt x="340715" y="71361"/>
                  </a:lnTo>
                  <a:lnTo>
                    <a:pt x="330784" y="67970"/>
                  </a:lnTo>
                  <a:lnTo>
                    <a:pt x="314972" y="57772"/>
                  </a:lnTo>
                  <a:lnTo>
                    <a:pt x="288302" y="85496"/>
                  </a:lnTo>
                  <a:lnTo>
                    <a:pt x="268097" y="95592"/>
                  </a:lnTo>
                  <a:lnTo>
                    <a:pt x="244132" y="88798"/>
                  </a:lnTo>
                  <a:lnTo>
                    <a:pt x="206222" y="65900"/>
                  </a:lnTo>
                  <a:lnTo>
                    <a:pt x="202526" y="72644"/>
                  </a:lnTo>
                  <a:lnTo>
                    <a:pt x="198996" y="76517"/>
                  </a:lnTo>
                  <a:lnTo>
                    <a:pt x="193522" y="78994"/>
                  </a:lnTo>
                  <a:lnTo>
                    <a:pt x="184035" y="81521"/>
                  </a:lnTo>
                  <a:lnTo>
                    <a:pt x="223710" y="174650"/>
                  </a:lnTo>
                  <a:lnTo>
                    <a:pt x="299504" y="160413"/>
                  </a:lnTo>
                  <a:lnTo>
                    <a:pt x="348411" y="155663"/>
                  </a:lnTo>
                  <a:lnTo>
                    <a:pt x="391680" y="160413"/>
                  </a:lnTo>
                  <a:lnTo>
                    <a:pt x="450596" y="174650"/>
                  </a:lnTo>
                  <a:lnTo>
                    <a:pt x="491540" y="82765"/>
                  </a:lnTo>
                  <a:close/>
                </a:path>
                <a:path w="676275" h="930910">
                  <a:moveTo>
                    <a:pt x="523189" y="40665"/>
                  </a:moveTo>
                  <a:lnTo>
                    <a:pt x="521360" y="31584"/>
                  </a:lnTo>
                  <a:lnTo>
                    <a:pt x="516356" y="24168"/>
                  </a:lnTo>
                  <a:lnTo>
                    <a:pt x="508952" y="19177"/>
                  </a:lnTo>
                  <a:lnTo>
                    <a:pt x="499872" y="17348"/>
                  </a:lnTo>
                  <a:lnTo>
                    <a:pt x="490791" y="19177"/>
                  </a:lnTo>
                  <a:lnTo>
                    <a:pt x="483387" y="24168"/>
                  </a:lnTo>
                  <a:lnTo>
                    <a:pt x="478383" y="31584"/>
                  </a:lnTo>
                  <a:lnTo>
                    <a:pt x="476554" y="40665"/>
                  </a:lnTo>
                  <a:lnTo>
                    <a:pt x="478383" y="49733"/>
                  </a:lnTo>
                  <a:lnTo>
                    <a:pt x="483387" y="57150"/>
                  </a:lnTo>
                  <a:lnTo>
                    <a:pt x="490791" y="62141"/>
                  </a:lnTo>
                  <a:lnTo>
                    <a:pt x="499872" y="63982"/>
                  </a:lnTo>
                  <a:lnTo>
                    <a:pt x="508952" y="62141"/>
                  </a:lnTo>
                  <a:lnTo>
                    <a:pt x="516356" y="57150"/>
                  </a:lnTo>
                  <a:lnTo>
                    <a:pt x="521360" y="49733"/>
                  </a:lnTo>
                  <a:lnTo>
                    <a:pt x="523189" y="40665"/>
                  </a:lnTo>
                  <a:close/>
                </a:path>
                <a:path w="676275" h="930910">
                  <a:moveTo>
                    <a:pt x="676135" y="324904"/>
                  </a:moveTo>
                  <a:lnTo>
                    <a:pt x="675551" y="321094"/>
                  </a:lnTo>
                  <a:lnTo>
                    <a:pt x="672934" y="317284"/>
                  </a:lnTo>
                  <a:lnTo>
                    <a:pt x="660374" y="295694"/>
                  </a:lnTo>
                  <a:lnTo>
                    <a:pt x="653732" y="284264"/>
                  </a:lnTo>
                  <a:lnTo>
                    <a:pt x="633069" y="248704"/>
                  </a:lnTo>
                  <a:lnTo>
                    <a:pt x="625271" y="248704"/>
                  </a:lnTo>
                  <a:lnTo>
                    <a:pt x="585393" y="248704"/>
                  </a:lnTo>
                  <a:lnTo>
                    <a:pt x="585393" y="340144"/>
                  </a:lnTo>
                  <a:lnTo>
                    <a:pt x="584212" y="349034"/>
                  </a:lnTo>
                  <a:lnTo>
                    <a:pt x="581863" y="356654"/>
                  </a:lnTo>
                  <a:lnTo>
                    <a:pt x="579107" y="363004"/>
                  </a:lnTo>
                  <a:lnTo>
                    <a:pt x="576694" y="365544"/>
                  </a:lnTo>
                  <a:lnTo>
                    <a:pt x="575945" y="366814"/>
                  </a:lnTo>
                  <a:lnTo>
                    <a:pt x="574636" y="368084"/>
                  </a:lnTo>
                  <a:lnTo>
                    <a:pt x="563549" y="363004"/>
                  </a:lnTo>
                  <a:lnTo>
                    <a:pt x="562571" y="356654"/>
                  </a:lnTo>
                  <a:lnTo>
                    <a:pt x="559422" y="341414"/>
                  </a:lnTo>
                  <a:lnTo>
                    <a:pt x="557936" y="329984"/>
                  </a:lnTo>
                  <a:lnTo>
                    <a:pt x="557834" y="327444"/>
                  </a:lnTo>
                  <a:lnTo>
                    <a:pt x="557758" y="319824"/>
                  </a:lnTo>
                  <a:lnTo>
                    <a:pt x="557898" y="317284"/>
                  </a:lnTo>
                  <a:lnTo>
                    <a:pt x="557974" y="316014"/>
                  </a:lnTo>
                  <a:lnTo>
                    <a:pt x="558228" y="314744"/>
                  </a:lnTo>
                  <a:lnTo>
                    <a:pt x="559092" y="312204"/>
                  </a:lnTo>
                  <a:lnTo>
                    <a:pt x="572338" y="295694"/>
                  </a:lnTo>
                  <a:lnTo>
                    <a:pt x="573595" y="295694"/>
                  </a:lnTo>
                  <a:lnTo>
                    <a:pt x="576757" y="299504"/>
                  </a:lnTo>
                  <a:lnTo>
                    <a:pt x="580936" y="307124"/>
                  </a:lnTo>
                  <a:lnTo>
                    <a:pt x="584390" y="319824"/>
                  </a:lnTo>
                  <a:lnTo>
                    <a:pt x="585393" y="340144"/>
                  </a:lnTo>
                  <a:lnTo>
                    <a:pt x="585393" y="248704"/>
                  </a:lnTo>
                  <a:lnTo>
                    <a:pt x="550418" y="248704"/>
                  </a:lnTo>
                  <a:lnTo>
                    <a:pt x="546150" y="248704"/>
                  </a:lnTo>
                  <a:lnTo>
                    <a:pt x="544245" y="249974"/>
                  </a:lnTo>
                  <a:lnTo>
                    <a:pt x="542417" y="249974"/>
                  </a:lnTo>
                  <a:lnTo>
                    <a:pt x="541718" y="251244"/>
                  </a:lnTo>
                  <a:lnTo>
                    <a:pt x="509460" y="279184"/>
                  </a:lnTo>
                  <a:lnTo>
                    <a:pt x="502526" y="282994"/>
                  </a:lnTo>
                  <a:lnTo>
                    <a:pt x="495947" y="283781"/>
                  </a:lnTo>
                  <a:lnTo>
                    <a:pt x="495947" y="595414"/>
                  </a:lnTo>
                  <a:lnTo>
                    <a:pt x="485952" y="608114"/>
                  </a:lnTo>
                  <a:lnTo>
                    <a:pt x="463296" y="630974"/>
                  </a:lnTo>
                  <a:lnTo>
                    <a:pt x="443141" y="630974"/>
                  </a:lnTo>
                  <a:lnTo>
                    <a:pt x="449059" y="604304"/>
                  </a:lnTo>
                  <a:lnTo>
                    <a:pt x="455574" y="590334"/>
                  </a:lnTo>
                  <a:lnTo>
                    <a:pt x="466801" y="583984"/>
                  </a:lnTo>
                  <a:lnTo>
                    <a:pt x="486816" y="581444"/>
                  </a:lnTo>
                  <a:lnTo>
                    <a:pt x="495503" y="587794"/>
                  </a:lnTo>
                  <a:lnTo>
                    <a:pt x="495947" y="595414"/>
                  </a:lnTo>
                  <a:lnTo>
                    <a:pt x="495947" y="283781"/>
                  </a:lnTo>
                  <a:lnTo>
                    <a:pt x="491744" y="284264"/>
                  </a:lnTo>
                  <a:lnTo>
                    <a:pt x="476910" y="282994"/>
                  </a:lnTo>
                  <a:lnTo>
                    <a:pt x="457835" y="277914"/>
                  </a:lnTo>
                  <a:lnTo>
                    <a:pt x="455104" y="276644"/>
                  </a:lnTo>
                  <a:lnTo>
                    <a:pt x="452285" y="276644"/>
                  </a:lnTo>
                  <a:lnTo>
                    <a:pt x="449376" y="275374"/>
                  </a:lnTo>
                  <a:lnTo>
                    <a:pt x="449186" y="275374"/>
                  </a:lnTo>
                  <a:lnTo>
                    <a:pt x="424891" y="267754"/>
                  </a:lnTo>
                  <a:lnTo>
                    <a:pt x="397687" y="262674"/>
                  </a:lnTo>
                  <a:lnTo>
                    <a:pt x="368007" y="260134"/>
                  </a:lnTo>
                  <a:lnTo>
                    <a:pt x="336410" y="258864"/>
                  </a:lnTo>
                  <a:lnTo>
                    <a:pt x="304800" y="260134"/>
                  </a:lnTo>
                  <a:lnTo>
                    <a:pt x="247929" y="267754"/>
                  </a:lnTo>
                  <a:lnTo>
                    <a:pt x="217297" y="277914"/>
                  </a:lnTo>
                  <a:lnTo>
                    <a:pt x="214299" y="277914"/>
                  </a:lnTo>
                  <a:lnTo>
                    <a:pt x="196316" y="282994"/>
                  </a:lnTo>
                  <a:lnTo>
                    <a:pt x="182803" y="284264"/>
                  </a:lnTo>
                  <a:lnTo>
                    <a:pt x="173177" y="282994"/>
                  </a:lnTo>
                  <a:lnTo>
                    <a:pt x="166814" y="279184"/>
                  </a:lnTo>
                  <a:lnTo>
                    <a:pt x="134416" y="251244"/>
                  </a:lnTo>
                  <a:lnTo>
                    <a:pt x="133705" y="249974"/>
                  </a:lnTo>
                  <a:lnTo>
                    <a:pt x="131889" y="249974"/>
                  </a:lnTo>
                  <a:lnTo>
                    <a:pt x="129984" y="248704"/>
                  </a:lnTo>
                  <a:lnTo>
                    <a:pt x="125704" y="248704"/>
                  </a:lnTo>
                  <a:lnTo>
                    <a:pt x="116332" y="248704"/>
                  </a:lnTo>
                  <a:lnTo>
                    <a:pt x="116332" y="319824"/>
                  </a:lnTo>
                  <a:lnTo>
                    <a:pt x="116255" y="327444"/>
                  </a:lnTo>
                  <a:lnTo>
                    <a:pt x="116141" y="329984"/>
                  </a:lnTo>
                  <a:lnTo>
                    <a:pt x="114655" y="341414"/>
                  </a:lnTo>
                  <a:lnTo>
                    <a:pt x="111506" y="356654"/>
                  </a:lnTo>
                  <a:lnTo>
                    <a:pt x="110540" y="363004"/>
                  </a:lnTo>
                  <a:lnTo>
                    <a:pt x="99453" y="368084"/>
                  </a:lnTo>
                  <a:lnTo>
                    <a:pt x="98145" y="366814"/>
                  </a:lnTo>
                  <a:lnTo>
                    <a:pt x="97396" y="365544"/>
                  </a:lnTo>
                  <a:lnTo>
                    <a:pt x="94983" y="363004"/>
                  </a:lnTo>
                  <a:lnTo>
                    <a:pt x="92227" y="356654"/>
                  </a:lnTo>
                  <a:lnTo>
                    <a:pt x="89877" y="349034"/>
                  </a:lnTo>
                  <a:lnTo>
                    <a:pt x="88696" y="340144"/>
                  </a:lnTo>
                  <a:lnTo>
                    <a:pt x="89192" y="329984"/>
                  </a:lnTo>
                  <a:lnTo>
                    <a:pt x="89319" y="327444"/>
                  </a:lnTo>
                  <a:lnTo>
                    <a:pt x="89446" y="324904"/>
                  </a:lnTo>
                  <a:lnTo>
                    <a:pt x="89573" y="322364"/>
                  </a:lnTo>
                  <a:lnTo>
                    <a:pt x="89700" y="319824"/>
                  </a:lnTo>
                  <a:lnTo>
                    <a:pt x="93141" y="307124"/>
                  </a:lnTo>
                  <a:lnTo>
                    <a:pt x="97320" y="299504"/>
                  </a:lnTo>
                  <a:lnTo>
                    <a:pt x="100482" y="295694"/>
                  </a:lnTo>
                  <a:lnTo>
                    <a:pt x="101752" y="295694"/>
                  </a:lnTo>
                  <a:lnTo>
                    <a:pt x="114998" y="312204"/>
                  </a:lnTo>
                  <a:lnTo>
                    <a:pt x="115849" y="314744"/>
                  </a:lnTo>
                  <a:lnTo>
                    <a:pt x="116116" y="316014"/>
                  </a:lnTo>
                  <a:lnTo>
                    <a:pt x="116332" y="319824"/>
                  </a:lnTo>
                  <a:lnTo>
                    <a:pt x="116332" y="248704"/>
                  </a:lnTo>
                  <a:lnTo>
                    <a:pt x="50850" y="248704"/>
                  </a:lnTo>
                  <a:lnTo>
                    <a:pt x="43053" y="248704"/>
                  </a:lnTo>
                  <a:lnTo>
                    <a:pt x="3200" y="317284"/>
                  </a:lnTo>
                  <a:lnTo>
                    <a:pt x="571" y="321094"/>
                  </a:lnTo>
                  <a:lnTo>
                    <a:pt x="0" y="324904"/>
                  </a:lnTo>
                  <a:lnTo>
                    <a:pt x="27482" y="369354"/>
                  </a:lnTo>
                  <a:lnTo>
                    <a:pt x="29883" y="374434"/>
                  </a:lnTo>
                  <a:lnTo>
                    <a:pt x="33947" y="383324"/>
                  </a:lnTo>
                  <a:lnTo>
                    <a:pt x="36842" y="396024"/>
                  </a:lnTo>
                  <a:lnTo>
                    <a:pt x="35712" y="409994"/>
                  </a:lnTo>
                  <a:lnTo>
                    <a:pt x="30365" y="420154"/>
                  </a:lnTo>
                  <a:lnTo>
                    <a:pt x="23380" y="427774"/>
                  </a:lnTo>
                  <a:lnTo>
                    <a:pt x="15735" y="436664"/>
                  </a:lnTo>
                  <a:lnTo>
                    <a:pt x="8356" y="451904"/>
                  </a:lnTo>
                  <a:lnTo>
                    <a:pt x="6134" y="458254"/>
                  </a:lnTo>
                  <a:lnTo>
                    <a:pt x="4902" y="464604"/>
                  </a:lnTo>
                  <a:lnTo>
                    <a:pt x="4902" y="675424"/>
                  </a:lnTo>
                  <a:lnTo>
                    <a:pt x="8420" y="694474"/>
                  </a:lnTo>
                  <a:lnTo>
                    <a:pt x="16154" y="710984"/>
                  </a:lnTo>
                  <a:lnTo>
                    <a:pt x="23888" y="721144"/>
                  </a:lnTo>
                  <a:lnTo>
                    <a:pt x="27406" y="724954"/>
                  </a:lnTo>
                  <a:lnTo>
                    <a:pt x="121577" y="857034"/>
                  </a:lnTo>
                  <a:lnTo>
                    <a:pt x="256870" y="914184"/>
                  </a:lnTo>
                  <a:lnTo>
                    <a:pt x="222427" y="879894"/>
                  </a:lnTo>
                  <a:lnTo>
                    <a:pt x="189953" y="850684"/>
                  </a:lnTo>
                  <a:lnTo>
                    <a:pt x="187820" y="843064"/>
                  </a:lnTo>
                  <a:lnTo>
                    <a:pt x="190373" y="835444"/>
                  </a:lnTo>
                  <a:lnTo>
                    <a:pt x="190741" y="834174"/>
                  </a:lnTo>
                  <a:lnTo>
                    <a:pt x="201396" y="803694"/>
                  </a:lnTo>
                  <a:lnTo>
                    <a:pt x="221005" y="741464"/>
                  </a:lnTo>
                  <a:lnTo>
                    <a:pt x="239560" y="674154"/>
                  </a:lnTo>
                  <a:lnTo>
                    <a:pt x="246989" y="630974"/>
                  </a:lnTo>
                  <a:lnTo>
                    <a:pt x="243471" y="614464"/>
                  </a:lnTo>
                  <a:lnTo>
                    <a:pt x="235927" y="599224"/>
                  </a:lnTo>
                  <a:lnTo>
                    <a:pt x="230581" y="592569"/>
                  </a:lnTo>
                  <a:lnTo>
                    <a:pt x="230581" y="630974"/>
                  </a:lnTo>
                  <a:lnTo>
                    <a:pt x="210426" y="630974"/>
                  </a:lnTo>
                  <a:lnTo>
                    <a:pt x="190042" y="606844"/>
                  </a:lnTo>
                  <a:lnTo>
                    <a:pt x="183819" y="591604"/>
                  </a:lnTo>
                  <a:lnTo>
                    <a:pt x="185013" y="583984"/>
                  </a:lnTo>
                  <a:lnTo>
                    <a:pt x="186905" y="581444"/>
                  </a:lnTo>
                  <a:lnTo>
                    <a:pt x="208241" y="591604"/>
                  </a:lnTo>
                  <a:lnTo>
                    <a:pt x="221640" y="608114"/>
                  </a:lnTo>
                  <a:lnTo>
                    <a:pt x="228600" y="623354"/>
                  </a:lnTo>
                  <a:lnTo>
                    <a:pt x="230581" y="630974"/>
                  </a:lnTo>
                  <a:lnTo>
                    <a:pt x="230581" y="592569"/>
                  </a:lnTo>
                  <a:lnTo>
                    <a:pt x="225729" y="586524"/>
                  </a:lnTo>
                  <a:lnTo>
                    <a:pt x="218084" y="581444"/>
                  </a:lnTo>
                  <a:lnTo>
                    <a:pt x="214261" y="578904"/>
                  </a:lnTo>
                  <a:lnTo>
                    <a:pt x="245808" y="582714"/>
                  </a:lnTo>
                  <a:lnTo>
                    <a:pt x="260680" y="591604"/>
                  </a:lnTo>
                  <a:lnTo>
                    <a:pt x="262788" y="610654"/>
                  </a:lnTo>
                  <a:lnTo>
                    <a:pt x="256057" y="647484"/>
                  </a:lnTo>
                  <a:lnTo>
                    <a:pt x="245656" y="693204"/>
                  </a:lnTo>
                  <a:lnTo>
                    <a:pt x="233451" y="744004"/>
                  </a:lnTo>
                  <a:lnTo>
                    <a:pt x="222783" y="790994"/>
                  </a:lnTo>
                  <a:lnTo>
                    <a:pt x="216941" y="827824"/>
                  </a:lnTo>
                  <a:lnTo>
                    <a:pt x="216395" y="834174"/>
                  </a:lnTo>
                  <a:lnTo>
                    <a:pt x="216281" y="835444"/>
                  </a:lnTo>
                  <a:lnTo>
                    <a:pt x="218325" y="844334"/>
                  </a:lnTo>
                  <a:lnTo>
                    <a:pt x="222631" y="850684"/>
                  </a:lnTo>
                  <a:lnTo>
                    <a:pt x="229311" y="860844"/>
                  </a:lnTo>
                  <a:lnTo>
                    <a:pt x="254965" y="893864"/>
                  </a:lnTo>
                  <a:lnTo>
                    <a:pt x="288874" y="920534"/>
                  </a:lnTo>
                  <a:lnTo>
                    <a:pt x="309930" y="930694"/>
                  </a:lnTo>
                  <a:lnTo>
                    <a:pt x="313423" y="930694"/>
                  </a:lnTo>
                  <a:lnTo>
                    <a:pt x="332130" y="883704"/>
                  </a:lnTo>
                  <a:lnTo>
                    <a:pt x="331990" y="879894"/>
                  </a:lnTo>
                  <a:lnTo>
                    <a:pt x="328129" y="873544"/>
                  </a:lnTo>
                  <a:lnTo>
                    <a:pt x="323977" y="871004"/>
                  </a:lnTo>
                  <a:lnTo>
                    <a:pt x="311531" y="871004"/>
                  </a:lnTo>
                  <a:lnTo>
                    <a:pt x="304241" y="867194"/>
                  </a:lnTo>
                  <a:lnTo>
                    <a:pt x="295783" y="857034"/>
                  </a:lnTo>
                  <a:lnTo>
                    <a:pt x="294068" y="853224"/>
                  </a:lnTo>
                  <a:lnTo>
                    <a:pt x="294068" y="845604"/>
                  </a:lnTo>
                  <a:lnTo>
                    <a:pt x="297535" y="829094"/>
                  </a:lnTo>
                  <a:lnTo>
                    <a:pt x="306984" y="816394"/>
                  </a:lnTo>
                  <a:lnTo>
                    <a:pt x="320992" y="807504"/>
                  </a:lnTo>
                  <a:lnTo>
                    <a:pt x="338150" y="803694"/>
                  </a:lnTo>
                  <a:lnTo>
                    <a:pt x="355307" y="807504"/>
                  </a:lnTo>
                  <a:lnTo>
                    <a:pt x="369328" y="816394"/>
                  </a:lnTo>
                  <a:lnTo>
                    <a:pt x="378777" y="829094"/>
                  </a:lnTo>
                  <a:lnTo>
                    <a:pt x="382231" y="845604"/>
                  </a:lnTo>
                  <a:lnTo>
                    <a:pt x="382231" y="851954"/>
                  </a:lnTo>
                  <a:lnTo>
                    <a:pt x="380072" y="858304"/>
                  </a:lnTo>
                  <a:lnTo>
                    <a:pt x="371627" y="867194"/>
                  </a:lnTo>
                  <a:lnTo>
                    <a:pt x="365086" y="871004"/>
                  </a:lnTo>
                  <a:lnTo>
                    <a:pt x="353148" y="871004"/>
                  </a:lnTo>
                  <a:lnTo>
                    <a:pt x="348792" y="873544"/>
                  </a:lnTo>
                  <a:lnTo>
                    <a:pt x="345351" y="879894"/>
                  </a:lnTo>
                  <a:lnTo>
                    <a:pt x="345325" y="883704"/>
                  </a:lnTo>
                  <a:lnTo>
                    <a:pt x="363131" y="930694"/>
                  </a:lnTo>
                  <a:lnTo>
                    <a:pt x="407593" y="905294"/>
                  </a:lnTo>
                  <a:lnTo>
                    <a:pt x="436664" y="872274"/>
                  </a:lnTo>
                  <a:lnTo>
                    <a:pt x="451573" y="850684"/>
                  </a:lnTo>
                  <a:lnTo>
                    <a:pt x="455891" y="844334"/>
                  </a:lnTo>
                  <a:lnTo>
                    <a:pt x="457923" y="835444"/>
                  </a:lnTo>
                  <a:lnTo>
                    <a:pt x="457377" y="829094"/>
                  </a:lnTo>
                  <a:lnTo>
                    <a:pt x="457276" y="827824"/>
                  </a:lnTo>
                  <a:lnTo>
                    <a:pt x="453440" y="803694"/>
                  </a:lnTo>
                  <a:lnTo>
                    <a:pt x="451434" y="790994"/>
                  </a:lnTo>
                  <a:lnTo>
                    <a:pt x="440753" y="744004"/>
                  </a:lnTo>
                  <a:lnTo>
                    <a:pt x="428561" y="693204"/>
                  </a:lnTo>
                  <a:lnTo>
                    <a:pt x="418147" y="647484"/>
                  </a:lnTo>
                  <a:lnTo>
                    <a:pt x="419036" y="614464"/>
                  </a:lnTo>
                  <a:lnTo>
                    <a:pt x="419138" y="610654"/>
                  </a:lnTo>
                  <a:lnTo>
                    <a:pt x="434124" y="589064"/>
                  </a:lnTo>
                  <a:lnTo>
                    <a:pt x="451561" y="580174"/>
                  </a:lnTo>
                  <a:lnTo>
                    <a:pt x="459943" y="578904"/>
                  </a:lnTo>
                  <a:lnTo>
                    <a:pt x="448475" y="586524"/>
                  </a:lnTo>
                  <a:lnTo>
                    <a:pt x="438289" y="599224"/>
                  </a:lnTo>
                  <a:lnTo>
                    <a:pt x="430745" y="614464"/>
                  </a:lnTo>
                  <a:lnTo>
                    <a:pt x="427202" y="630974"/>
                  </a:lnTo>
                  <a:lnTo>
                    <a:pt x="434644" y="674154"/>
                  </a:lnTo>
                  <a:lnTo>
                    <a:pt x="453199" y="741464"/>
                  </a:lnTo>
                  <a:lnTo>
                    <a:pt x="472808" y="803694"/>
                  </a:lnTo>
                  <a:lnTo>
                    <a:pt x="483463" y="834174"/>
                  </a:lnTo>
                  <a:lnTo>
                    <a:pt x="483590" y="835444"/>
                  </a:lnTo>
                  <a:lnTo>
                    <a:pt x="486384" y="843064"/>
                  </a:lnTo>
                  <a:lnTo>
                    <a:pt x="484251" y="850684"/>
                  </a:lnTo>
                  <a:lnTo>
                    <a:pt x="478828" y="855764"/>
                  </a:lnTo>
                  <a:lnTo>
                    <a:pt x="456438" y="877354"/>
                  </a:lnTo>
                  <a:lnTo>
                    <a:pt x="418846" y="914184"/>
                  </a:lnTo>
                  <a:lnTo>
                    <a:pt x="531304" y="874814"/>
                  </a:lnTo>
                  <a:lnTo>
                    <a:pt x="648284" y="724954"/>
                  </a:lnTo>
                  <a:lnTo>
                    <a:pt x="660476" y="712254"/>
                  </a:lnTo>
                  <a:lnTo>
                    <a:pt x="666737" y="702094"/>
                  </a:lnTo>
                  <a:lnTo>
                    <a:pt x="669036" y="691934"/>
                  </a:lnTo>
                  <a:lnTo>
                    <a:pt x="669366" y="675424"/>
                  </a:lnTo>
                  <a:lnTo>
                    <a:pt x="669366" y="630974"/>
                  </a:lnTo>
                  <a:lnTo>
                    <a:pt x="669366" y="581444"/>
                  </a:lnTo>
                  <a:lnTo>
                    <a:pt x="669366" y="578904"/>
                  </a:lnTo>
                  <a:lnTo>
                    <a:pt x="669366" y="464604"/>
                  </a:lnTo>
                  <a:lnTo>
                    <a:pt x="668147" y="458254"/>
                  </a:lnTo>
                  <a:lnTo>
                    <a:pt x="665911" y="451904"/>
                  </a:lnTo>
                  <a:lnTo>
                    <a:pt x="658634" y="436664"/>
                  </a:lnTo>
                  <a:lnTo>
                    <a:pt x="650976" y="427774"/>
                  </a:lnTo>
                  <a:lnTo>
                    <a:pt x="644004" y="420154"/>
                  </a:lnTo>
                  <a:lnTo>
                    <a:pt x="638657" y="409994"/>
                  </a:lnTo>
                  <a:lnTo>
                    <a:pt x="637082" y="401104"/>
                  </a:lnTo>
                  <a:lnTo>
                    <a:pt x="637781" y="392214"/>
                  </a:lnTo>
                  <a:lnTo>
                    <a:pt x="639775" y="384594"/>
                  </a:lnTo>
                  <a:lnTo>
                    <a:pt x="642099" y="379514"/>
                  </a:lnTo>
                  <a:lnTo>
                    <a:pt x="649122" y="368084"/>
                  </a:lnTo>
                  <a:lnTo>
                    <a:pt x="674077" y="327444"/>
                  </a:lnTo>
                  <a:lnTo>
                    <a:pt x="676135" y="324904"/>
                  </a:lnTo>
                  <a:close/>
                </a:path>
              </a:pathLst>
            </a:custGeom>
            <a:solidFill>
              <a:srgbClr val="2D1A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553775" y="6426062"/>
            <a:ext cx="4946015" cy="718185"/>
            <a:chOff x="2553775" y="6426062"/>
            <a:chExt cx="4946015" cy="718185"/>
          </a:xfrm>
        </p:grpSpPr>
        <p:sp>
          <p:nvSpPr>
            <p:cNvPr id="9" name="object 9"/>
            <p:cNvSpPr/>
            <p:nvPr/>
          </p:nvSpPr>
          <p:spPr>
            <a:xfrm>
              <a:off x="2559011" y="6431297"/>
              <a:ext cx="4935855" cy="707390"/>
            </a:xfrm>
            <a:custGeom>
              <a:avLst/>
              <a:gdLst/>
              <a:ahLst/>
              <a:cxnLst/>
              <a:rect l="l" t="t" r="r" b="b"/>
              <a:pathLst>
                <a:path w="4935855" h="707390">
                  <a:moveTo>
                    <a:pt x="4581598" y="0"/>
                  </a:moveTo>
                  <a:lnTo>
                    <a:pt x="353685" y="0"/>
                  </a:lnTo>
                  <a:lnTo>
                    <a:pt x="305692" y="3228"/>
                  </a:lnTo>
                  <a:lnTo>
                    <a:pt x="259662" y="12634"/>
                  </a:lnTo>
                  <a:lnTo>
                    <a:pt x="216015" y="27794"/>
                  </a:lnTo>
                  <a:lnTo>
                    <a:pt x="175174" y="48288"/>
                  </a:lnTo>
                  <a:lnTo>
                    <a:pt x="137559" y="73695"/>
                  </a:lnTo>
                  <a:lnTo>
                    <a:pt x="103592" y="103592"/>
                  </a:lnTo>
                  <a:lnTo>
                    <a:pt x="73695" y="137559"/>
                  </a:lnTo>
                  <a:lnTo>
                    <a:pt x="48288" y="175174"/>
                  </a:lnTo>
                  <a:lnTo>
                    <a:pt x="27794" y="216015"/>
                  </a:lnTo>
                  <a:lnTo>
                    <a:pt x="12634" y="259662"/>
                  </a:lnTo>
                  <a:lnTo>
                    <a:pt x="3228" y="305692"/>
                  </a:lnTo>
                  <a:lnTo>
                    <a:pt x="0" y="353685"/>
                  </a:lnTo>
                  <a:lnTo>
                    <a:pt x="3228" y="401678"/>
                  </a:lnTo>
                  <a:lnTo>
                    <a:pt x="12634" y="447708"/>
                  </a:lnTo>
                  <a:lnTo>
                    <a:pt x="27794" y="491355"/>
                  </a:lnTo>
                  <a:lnTo>
                    <a:pt x="48288" y="532197"/>
                  </a:lnTo>
                  <a:lnTo>
                    <a:pt x="73695" y="569811"/>
                  </a:lnTo>
                  <a:lnTo>
                    <a:pt x="103592" y="603778"/>
                  </a:lnTo>
                  <a:lnTo>
                    <a:pt x="137559" y="633676"/>
                  </a:lnTo>
                  <a:lnTo>
                    <a:pt x="175174" y="659082"/>
                  </a:lnTo>
                  <a:lnTo>
                    <a:pt x="216015" y="679576"/>
                  </a:lnTo>
                  <a:lnTo>
                    <a:pt x="259662" y="694737"/>
                  </a:lnTo>
                  <a:lnTo>
                    <a:pt x="305692" y="704142"/>
                  </a:lnTo>
                  <a:lnTo>
                    <a:pt x="353685" y="707371"/>
                  </a:lnTo>
                  <a:lnTo>
                    <a:pt x="4581598" y="707371"/>
                  </a:lnTo>
                  <a:lnTo>
                    <a:pt x="4629591" y="704142"/>
                  </a:lnTo>
                  <a:lnTo>
                    <a:pt x="4675622" y="694737"/>
                  </a:lnTo>
                  <a:lnTo>
                    <a:pt x="4719268" y="679576"/>
                  </a:lnTo>
                  <a:lnTo>
                    <a:pt x="4760110" y="659082"/>
                  </a:lnTo>
                  <a:lnTo>
                    <a:pt x="4797725" y="633676"/>
                  </a:lnTo>
                  <a:lnTo>
                    <a:pt x="4831691" y="603778"/>
                  </a:lnTo>
                  <a:lnTo>
                    <a:pt x="4861589" y="569811"/>
                  </a:lnTo>
                  <a:lnTo>
                    <a:pt x="4886995" y="532197"/>
                  </a:lnTo>
                  <a:lnTo>
                    <a:pt x="4907489" y="491355"/>
                  </a:lnTo>
                  <a:lnTo>
                    <a:pt x="4922650" y="447708"/>
                  </a:lnTo>
                  <a:lnTo>
                    <a:pt x="4932055" y="401678"/>
                  </a:lnTo>
                  <a:lnTo>
                    <a:pt x="4935284" y="353685"/>
                  </a:lnTo>
                  <a:lnTo>
                    <a:pt x="4932055" y="305692"/>
                  </a:lnTo>
                  <a:lnTo>
                    <a:pt x="4922650" y="259662"/>
                  </a:lnTo>
                  <a:lnTo>
                    <a:pt x="4907489" y="216015"/>
                  </a:lnTo>
                  <a:lnTo>
                    <a:pt x="4886995" y="175174"/>
                  </a:lnTo>
                  <a:lnTo>
                    <a:pt x="4861589" y="137559"/>
                  </a:lnTo>
                  <a:lnTo>
                    <a:pt x="4831691" y="103592"/>
                  </a:lnTo>
                  <a:lnTo>
                    <a:pt x="4797725" y="73695"/>
                  </a:lnTo>
                  <a:lnTo>
                    <a:pt x="4760110" y="48288"/>
                  </a:lnTo>
                  <a:lnTo>
                    <a:pt x="4719268" y="27794"/>
                  </a:lnTo>
                  <a:lnTo>
                    <a:pt x="4675622" y="12634"/>
                  </a:lnTo>
                  <a:lnTo>
                    <a:pt x="4629591" y="3228"/>
                  </a:lnTo>
                  <a:lnTo>
                    <a:pt x="4581598" y="0"/>
                  </a:lnTo>
                  <a:close/>
                </a:path>
              </a:pathLst>
            </a:custGeom>
            <a:solidFill>
              <a:srgbClr val="FFF1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59011" y="6431297"/>
              <a:ext cx="4935855" cy="707390"/>
            </a:xfrm>
            <a:custGeom>
              <a:avLst/>
              <a:gdLst/>
              <a:ahLst/>
              <a:cxnLst/>
              <a:rect l="l" t="t" r="r" b="b"/>
              <a:pathLst>
                <a:path w="4935855" h="707390">
                  <a:moveTo>
                    <a:pt x="4581598" y="707371"/>
                  </a:moveTo>
                  <a:lnTo>
                    <a:pt x="353685" y="707371"/>
                  </a:lnTo>
                  <a:lnTo>
                    <a:pt x="305692" y="704142"/>
                  </a:lnTo>
                  <a:lnTo>
                    <a:pt x="259662" y="694737"/>
                  </a:lnTo>
                  <a:lnTo>
                    <a:pt x="216015" y="679576"/>
                  </a:lnTo>
                  <a:lnTo>
                    <a:pt x="175174" y="659082"/>
                  </a:lnTo>
                  <a:lnTo>
                    <a:pt x="137559" y="633676"/>
                  </a:lnTo>
                  <a:lnTo>
                    <a:pt x="103592" y="603778"/>
                  </a:lnTo>
                  <a:lnTo>
                    <a:pt x="73695" y="569811"/>
                  </a:lnTo>
                  <a:lnTo>
                    <a:pt x="48288" y="532197"/>
                  </a:lnTo>
                  <a:lnTo>
                    <a:pt x="27794" y="491355"/>
                  </a:lnTo>
                  <a:lnTo>
                    <a:pt x="12634" y="447708"/>
                  </a:lnTo>
                  <a:lnTo>
                    <a:pt x="3228" y="401678"/>
                  </a:lnTo>
                  <a:lnTo>
                    <a:pt x="0" y="353685"/>
                  </a:lnTo>
                  <a:lnTo>
                    <a:pt x="3228" y="305692"/>
                  </a:lnTo>
                  <a:lnTo>
                    <a:pt x="12634" y="259662"/>
                  </a:lnTo>
                  <a:lnTo>
                    <a:pt x="27794" y="216015"/>
                  </a:lnTo>
                  <a:lnTo>
                    <a:pt x="48288" y="175174"/>
                  </a:lnTo>
                  <a:lnTo>
                    <a:pt x="73695" y="137559"/>
                  </a:lnTo>
                  <a:lnTo>
                    <a:pt x="103592" y="103592"/>
                  </a:lnTo>
                  <a:lnTo>
                    <a:pt x="137559" y="73695"/>
                  </a:lnTo>
                  <a:lnTo>
                    <a:pt x="175174" y="48288"/>
                  </a:lnTo>
                  <a:lnTo>
                    <a:pt x="216015" y="27794"/>
                  </a:lnTo>
                  <a:lnTo>
                    <a:pt x="259662" y="12634"/>
                  </a:lnTo>
                  <a:lnTo>
                    <a:pt x="305692" y="3228"/>
                  </a:lnTo>
                  <a:lnTo>
                    <a:pt x="353685" y="0"/>
                  </a:lnTo>
                  <a:lnTo>
                    <a:pt x="4581598" y="0"/>
                  </a:lnTo>
                  <a:lnTo>
                    <a:pt x="4629591" y="3228"/>
                  </a:lnTo>
                  <a:lnTo>
                    <a:pt x="4675622" y="12634"/>
                  </a:lnTo>
                  <a:lnTo>
                    <a:pt x="4719268" y="27794"/>
                  </a:lnTo>
                  <a:lnTo>
                    <a:pt x="4760110" y="48288"/>
                  </a:lnTo>
                  <a:lnTo>
                    <a:pt x="4797725" y="73695"/>
                  </a:lnTo>
                  <a:lnTo>
                    <a:pt x="4831691" y="103592"/>
                  </a:lnTo>
                  <a:lnTo>
                    <a:pt x="4861589" y="137559"/>
                  </a:lnTo>
                  <a:lnTo>
                    <a:pt x="4886995" y="175174"/>
                  </a:lnTo>
                  <a:lnTo>
                    <a:pt x="4907489" y="216015"/>
                  </a:lnTo>
                  <a:lnTo>
                    <a:pt x="4922650" y="259662"/>
                  </a:lnTo>
                  <a:lnTo>
                    <a:pt x="4932055" y="305692"/>
                  </a:lnTo>
                  <a:lnTo>
                    <a:pt x="4935284" y="353685"/>
                  </a:lnTo>
                  <a:lnTo>
                    <a:pt x="4932055" y="401678"/>
                  </a:lnTo>
                  <a:lnTo>
                    <a:pt x="4922650" y="447708"/>
                  </a:lnTo>
                  <a:lnTo>
                    <a:pt x="4907489" y="491355"/>
                  </a:lnTo>
                  <a:lnTo>
                    <a:pt x="4886995" y="532197"/>
                  </a:lnTo>
                  <a:lnTo>
                    <a:pt x="4861589" y="569811"/>
                  </a:lnTo>
                  <a:lnTo>
                    <a:pt x="4831691" y="603778"/>
                  </a:lnTo>
                  <a:lnTo>
                    <a:pt x="4797725" y="633676"/>
                  </a:lnTo>
                  <a:lnTo>
                    <a:pt x="4760110" y="659082"/>
                  </a:lnTo>
                  <a:lnTo>
                    <a:pt x="4719268" y="679576"/>
                  </a:lnTo>
                  <a:lnTo>
                    <a:pt x="4675622" y="694737"/>
                  </a:lnTo>
                  <a:lnTo>
                    <a:pt x="4629591" y="704142"/>
                  </a:lnTo>
                  <a:lnTo>
                    <a:pt x="4581598" y="707371"/>
                  </a:lnTo>
                  <a:close/>
                </a:path>
              </a:pathLst>
            </a:custGeom>
            <a:ln w="10470">
              <a:solidFill>
                <a:srgbClr val="FCC6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>
            <a:hlinkClick r:id="rId3"/>
          </p:cNvPr>
          <p:cNvSpPr txBox="1"/>
          <p:nvPr/>
        </p:nvSpPr>
        <p:spPr>
          <a:xfrm>
            <a:off x="2681318" y="6490830"/>
            <a:ext cx="515277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ES" sz="3200" spc="80" dirty="0">
                <a:solidFill>
                  <a:srgbClr val="2D1A46"/>
                </a:solidFill>
                <a:latin typeface="Times New Roman"/>
                <a:cs typeface="Times New Roman"/>
              </a:rPr>
              <a:t>www.</a:t>
            </a:r>
            <a:r>
              <a:rPr sz="3200" spc="80" dirty="0" err="1">
                <a:solidFill>
                  <a:srgbClr val="2D1A46"/>
                </a:solidFill>
                <a:latin typeface="Times New Roman"/>
                <a:cs typeface="Times New Roman"/>
              </a:rPr>
              <a:t>begreatconsulting.es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02620" y="7283970"/>
            <a:ext cx="5674995" cy="41742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2600" dirty="0">
                <a:solidFill>
                  <a:srgbClr val="808080"/>
                </a:solidFill>
                <a:latin typeface="Times New Roman"/>
                <a:cs typeface="Times New Roman"/>
              </a:rPr>
              <a:t>C/ Serrano 118, Bajo izq.</a:t>
            </a:r>
            <a:r>
              <a:rPr sz="2600" spc="55" dirty="0">
                <a:solidFill>
                  <a:srgbClr val="80808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808080"/>
                </a:solidFill>
                <a:latin typeface="Times New Roman"/>
                <a:cs typeface="Times New Roman"/>
              </a:rPr>
              <a:t>28046,Madrid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368516" y="4711255"/>
            <a:ext cx="3604895" cy="160274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15"/>
              </a:spcBef>
            </a:pPr>
            <a:r>
              <a:rPr sz="2850" b="1" spc="60" dirty="0">
                <a:solidFill>
                  <a:srgbClr val="2D1A46"/>
                </a:solidFill>
                <a:latin typeface="Times New Roman"/>
                <a:cs typeface="Times New Roman"/>
              </a:rPr>
              <a:t>Rita</a:t>
            </a:r>
            <a:r>
              <a:rPr sz="2850" b="1" spc="1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850" b="1" spc="50" dirty="0">
                <a:solidFill>
                  <a:srgbClr val="2D1A46"/>
                </a:solidFill>
                <a:latin typeface="Times New Roman"/>
                <a:cs typeface="Times New Roman"/>
              </a:rPr>
              <a:t>Escudero</a:t>
            </a:r>
            <a:endParaRPr sz="285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365"/>
              </a:spcBef>
            </a:pPr>
            <a:r>
              <a:rPr sz="1950" b="1" dirty="0">
                <a:solidFill>
                  <a:srgbClr val="333333"/>
                </a:solidFill>
                <a:latin typeface="Times New Roman"/>
                <a:cs typeface="Times New Roman"/>
              </a:rPr>
              <a:t>Directora</a:t>
            </a:r>
            <a:r>
              <a:rPr sz="1950" b="1" spc="4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5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General</a:t>
            </a:r>
            <a:endParaRPr sz="195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545"/>
              </a:spcBef>
            </a:pPr>
            <a:r>
              <a:rPr sz="1950" dirty="0">
                <a:solidFill>
                  <a:srgbClr val="666666"/>
                </a:solidFill>
                <a:latin typeface="Times New Roman"/>
                <a:cs typeface="Times New Roman"/>
              </a:rPr>
              <a:t>+34</a:t>
            </a:r>
            <a:r>
              <a:rPr sz="1950" spc="3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666666"/>
                </a:solidFill>
                <a:latin typeface="Times New Roman"/>
                <a:cs typeface="Times New Roman"/>
              </a:rPr>
              <a:t>661</a:t>
            </a:r>
            <a:r>
              <a:rPr sz="1950" spc="3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666666"/>
                </a:solidFill>
                <a:latin typeface="Times New Roman"/>
                <a:cs typeface="Times New Roman"/>
              </a:rPr>
              <a:t>367</a:t>
            </a:r>
            <a:r>
              <a:rPr sz="1950" spc="3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950" spc="-25" dirty="0">
                <a:solidFill>
                  <a:srgbClr val="666666"/>
                </a:solidFill>
                <a:latin typeface="Times New Roman"/>
                <a:cs typeface="Times New Roman"/>
              </a:rPr>
              <a:t>615</a:t>
            </a:r>
            <a:endParaRPr sz="1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sz="1950" spc="-10" dirty="0">
                <a:solidFill>
                  <a:srgbClr val="666666"/>
                </a:solidFill>
                <a:latin typeface="Times New Roman"/>
                <a:cs typeface="Times New Roman"/>
                <a:hlinkClick r:id="rId4"/>
              </a:rPr>
              <a:t>rita.escudero@begreatconsulting.es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77755" y="8455294"/>
            <a:ext cx="3591560" cy="160274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615"/>
              </a:spcBef>
            </a:pPr>
            <a:r>
              <a:rPr sz="2850" b="1" spc="65" dirty="0">
                <a:solidFill>
                  <a:srgbClr val="2D1A46"/>
                </a:solidFill>
                <a:latin typeface="Times New Roman"/>
                <a:cs typeface="Times New Roman"/>
              </a:rPr>
              <a:t>Alejandro</a:t>
            </a:r>
            <a:r>
              <a:rPr sz="2850" b="1" spc="14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850" b="1" spc="55" dirty="0">
                <a:solidFill>
                  <a:srgbClr val="2D1A46"/>
                </a:solidFill>
                <a:latin typeface="Times New Roman"/>
                <a:cs typeface="Times New Roman"/>
              </a:rPr>
              <a:t>del</a:t>
            </a:r>
            <a:r>
              <a:rPr sz="2850" b="1" spc="150" dirty="0">
                <a:solidFill>
                  <a:srgbClr val="2D1A46"/>
                </a:solidFill>
                <a:latin typeface="Times New Roman"/>
                <a:cs typeface="Times New Roman"/>
              </a:rPr>
              <a:t> </a:t>
            </a:r>
            <a:r>
              <a:rPr sz="2850" b="1" spc="50" dirty="0">
                <a:solidFill>
                  <a:srgbClr val="2D1A46"/>
                </a:solidFill>
                <a:latin typeface="Times New Roman"/>
                <a:cs typeface="Times New Roman"/>
              </a:rPr>
              <a:t>Río</a:t>
            </a:r>
            <a:endParaRPr sz="2850" dirty="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365"/>
              </a:spcBef>
            </a:pPr>
            <a:r>
              <a:rPr sz="1950" b="1" dirty="0">
                <a:solidFill>
                  <a:srgbClr val="333333"/>
                </a:solidFill>
                <a:latin typeface="Times New Roman"/>
                <a:cs typeface="Times New Roman"/>
              </a:rPr>
              <a:t>Key</a:t>
            </a:r>
            <a:r>
              <a:rPr sz="1950" b="1" spc="-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50" b="1" dirty="0">
                <a:solidFill>
                  <a:srgbClr val="333333"/>
                </a:solidFill>
                <a:latin typeface="Times New Roman"/>
                <a:cs typeface="Times New Roman"/>
              </a:rPr>
              <a:t>Account</a:t>
            </a:r>
            <a:r>
              <a:rPr sz="1950" b="1" spc="6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195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Manager</a:t>
            </a:r>
            <a:endParaRPr sz="1950" dirty="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545"/>
              </a:spcBef>
            </a:pPr>
            <a:r>
              <a:rPr sz="1950" dirty="0">
                <a:solidFill>
                  <a:srgbClr val="666666"/>
                </a:solidFill>
                <a:latin typeface="Times New Roman"/>
                <a:cs typeface="Times New Roman"/>
              </a:rPr>
              <a:t>+34</a:t>
            </a:r>
            <a:r>
              <a:rPr sz="1950" spc="3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666666"/>
                </a:solidFill>
                <a:latin typeface="Times New Roman"/>
                <a:cs typeface="Times New Roman"/>
              </a:rPr>
              <a:t>602</a:t>
            </a:r>
            <a:r>
              <a:rPr sz="1950" spc="3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666666"/>
                </a:solidFill>
                <a:latin typeface="Times New Roman"/>
                <a:cs typeface="Times New Roman"/>
              </a:rPr>
              <a:t>033</a:t>
            </a:r>
            <a:r>
              <a:rPr sz="1950" spc="35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sz="1950" spc="-25" dirty="0">
                <a:solidFill>
                  <a:srgbClr val="666666"/>
                </a:solidFill>
                <a:latin typeface="Times New Roman"/>
                <a:cs typeface="Times New Roman"/>
              </a:rPr>
              <a:t>249</a:t>
            </a:r>
            <a:endParaRPr sz="19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sz="1950" spc="-10" dirty="0">
                <a:solidFill>
                  <a:srgbClr val="666666"/>
                </a:solidFill>
                <a:latin typeface="Times New Roman"/>
                <a:cs typeface="Times New Roman"/>
                <a:hlinkClick r:id="rId5"/>
              </a:rPr>
              <a:t>alejandro.rio@begreatconsulting.es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699074" y="3691568"/>
            <a:ext cx="0" cy="5154295"/>
          </a:xfrm>
          <a:custGeom>
            <a:avLst/>
            <a:gdLst/>
            <a:ahLst/>
            <a:cxnLst/>
            <a:rect l="l" t="t" r="r" b="b"/>
            <a:pathLst>
              <a:path h="5154295">
                <a:moveTo>
                  <a:pt x="0" y="0"/>
                </a:moveTo>
                <a:lnTo>
                  <a:pt x="0" y="5154000"/>
                </a:lnTo>
              </a:path>
            </a:pathLst>
          </a:custGeom>
          <a:ln w="5235">
            <a:solidFill>
              <a:srgbClr val="2D1A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Imagen 15" descr="Un hombre con un traje de color negro&#10;&#10;El contenido generado por IA puede ser incorrecto.">
            <a:extLst>
              <a:ext uri="{FF2B5EF4-FFF2-40B4-BE49-F238E27FC236}">
                <a16:creationId xmlns:a16="http://schemas.microsoft.com/office/drawing/2014/main" id="{AD848A0C-C232-3483-0083-CF7B7216C8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335" y="6468859"/>
            <a:ext cx="2039898" cy="1887178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7" name="Imagen 16" descr="Mujer sonriendo para la cámara con un fondo blanco&#10;&#10;El contenido generado por IA puede ser incorrecto.">
            <a:extLst>
              <a:ext uri="{FF2B5EF4-FFF2-40B4-BE49-F238E27FC236}">
                <a16:creationId xmlns:a16="http://schemas.microsoft.com/office/drawing/2014/main" id="{2689100B-237C-6FAF-49A3-06D483EE9E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1009" y="2724820"/>
            <a:ext cx="2039898" cy="1887178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" name="Imagen 18" descr="Un hombre en traje posando para fotografia&#10;&#10;El contenido generado por IA puede ser incorrecto.">
            <a:extLst>
              <a:ext uri="{FF2B5EF4-FFF2-40B4-BE49-F238E27FC236}">
                <a16:creationId xmlns:a16="http://schemas.microsoft.com/office/drawing/2014/main" id="{044C00CA-0039-5629-900E-2092E022056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9293" y="6852553"/>
            <a:ext cx="1643673" cy="160274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9" name="object 14">
            <a:extLst>
              <a:ext uri="{FF2B5EF4-FFF2-40B4-BE49-F238E27FC236}">
                <a16:creationId xmlns:a16="http://schemas.microsoft.com/office/drawing/2014/main" id="{6CB0631E-1246-E5C7-8FDC-BB3A1FF088C2}"/>
              </a:ext>
            </a:extLst>
          </p:cNvPr>
          <p:cNvSpPr txBox="1"/>
          <p:nvPr/>
        </p:nvSpPr>
        <p:spPr>
          <a:xfrm>
            <a:off x="15985349" y="8495116"/>
            <a:ext cx="3591560" cy="1597232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615"/>
              </a:spcBef>
            </a:pPr>
            <a:r>
              <a:rPr lang="es-ES" sz="2850" b="1" spc="65" dirty="0">
                <a:solidFill>
                  <a:srgbClr val="2D1A46"/>
                </a:solidFill>
                <a:latin typeface="Times New Roman"/>
                <a:cs typeface="Times New Roman"/>
              </a:rPr>
              <a:t>Pablo Andrés</a:t>
            </a:r>
            <a:endParaRPr sz="2850" dirty="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365"/>
              </a:spcBef>
            </a:pPr>
            <a:r>
              <a:rPr lang="es-ES" sz="1950" b="1" dirty="0">
                <a:solidFill>
                  <a:srgbClr val="333333"/>
                </a:solidFill>
                <a:latin typeface="Times New Roman"/>
                <a:cs typeface="Times New Roman"/>
              </a:rPr>
              <a:t>Growth &amp; Client Manager</a:t>
            </a:r>
            <a:endParaRPr sz="1950" dirty="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545"/>
              </a:spcBef>
            </a:pPr>
            <a:r>
              <a:rPr sz="1950" dirty="0">
                <a:solidFill>
                  <a:srgbClr val="666666"/>
                </a:solidFill>
                <a:latin typeface="Times New Roman"/>
                <a:cs typeface="Times New Roman"/>
              </a:rPr>
              <a:t>+34</a:t>
            </a:r>
            <a:r>
              <a:rPr sz="1950" spc="3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lang="es-ES" sz="1950" dirty="0">
                <a:solidFill>
                  <a:srgbClr val="666666"/>
                </a:solidFill>
                <a:latin typeface="Times New Roman"/>
                <a:cs typeface="Times New Roman"/>
              </a:rPr>
              <a:t>679 534 348</a:t>
            </a:r>
          </a:p>
          <a:p>
            <a:pPr marL="1270" algn="ctr">
              <a:lnSpc>
                <a:spcPct val="100000"/>
              </a:lnSpc>
              <a:spcBef>
                <a:spcPts val="545"/>
              </a:spcBef>
            </a:pPr>
            <a:r>
              <a:rPr lang="es-ES" sz="1950" spc="-10" dirty="0">
                <a:solidFill>
                  <a:srgbClr val="666666"/>
                </a:solidFill>
                <a:latin typeface="Times New Roman"/>
                <a:cs typeface="Times New Roman"/>
                <a:hlinkClick r:id="rId9"/>
              </a:rPr>
              <a:t>pablo.andres</a:t>
            </a:r>
            <a:r>
              <a:rPr sz="1950" spc="-10" dirty="0">
                <a:solidFill>
                  <a:srgbClr val="666666"/>
                </a:solidFill>
                <a:latin typeface="Times New Roman"/>
                <a:cs typeface="Times New Roman"/>
                <a:hlinkClick r:id="rId9"/>
              </a:rPr>
              <a:t>@begreatconsulting.es</a:t>
            </a:r>
            <a:endParaRPr sz="19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6666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531</Words>
  <Application>Microsoft Macintosh PowerPoint</Application>
  <PresentationFormat>Custom</PresentationFormat>
  <Paragraphs>102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Mongolian Baiti</vt:lpstr>
      <vt:lpstr>Times New Roman</vt:lpstr>
      <vt:lpstr>Office Theme</vt:lpstr>
      <vt:lpstr>El socio estratégico que faltaba</vt:lpstr>
      <vt:lpstr>¿Por qué tantas Pymes no prosperan?</vt:lpstr>
      <vt:lpstr>¿De verdad un BeFin™ marca la diferencia?</vt:lpstr>
      <vt:lpstr>¿Por qué gana tu empresa al tener un CFO Externo?</vt:lpstr>
      <vt:lpstr>¿Cómo será tu onboarding?</vt:lpstr>
      <vt:lpstr>Estamos aquí para ayudarte a hacer que la tecnología trabaje para 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BeGreat_PYMES_2</dc:title>
  <cp:lastModifiedBy>Alejandro Rio</cp:lastModifiedBy>
  <cp:revision>11</cp:revision>
  <dcterms:created xsi:type="dcterms:W3CDTF">2025-10-23T17:44:15Z</dcterms:created>
  <dcterms:modified xsi:type="dcterms:W3CDTF">2025-11-12T15:32:38Z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Adobe Illustrator 29.8 (Windows)</vt:lpwstr>
  </property>
  <property fmtid="{D5CDD505-2E9C-101B-9397-08002B2CF9AE}" pid="4" name="CreatorVersion">
    <vt:lpwstr>21.0.0</vt:lpwstr>
  </property>
  <property fmtid="{D5CDD505-2E9C-101B-9397-08002B2CF9AE}" pid="5" name="LastSaved">
    <vt:filetime>2025-10-23T00:00:00Z</vt:filetime>
  </property>
  <property fmtid="{D5CDD505-2E9C-101B-9397-08002B2CF9AE}" pid="6" name="Producer">
    <vt:lpwstr>Adobe PDF library 17.00</vt:lpwstr>
  </property>
</Properties>
</file>